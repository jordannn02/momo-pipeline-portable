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1" r:id="rId3"/>
  </p:sldMasterIdLst>
  <p:notesMasterIdLst>
    <p:notesMasterId r:id="rId5"/>
  </p:notesMasterIdLst>
  <p:sldIdLst>
    <p:sldId id="257" r:id="rId4"/>
    <p:sldId id="332" r:id="rId6"/>
    <p:sldId id="376" r:id="rId7"/>
    <p:sldId id="281" r:id="rId8"/>
    <p:sldId id="377" r:id="rId9"/>
    <p:sldId id="378" r:id="rId10"/>
    <p:sldId id="333" r:id="rId11"/>
    <p:sldId id="334" r:id="rId12"/>
    <p:sldId id="298" r:id="rId13"/>
    <p:sldId id="265" r:id="rId14"/>
    <p:sldId id="271" r:id="rId15"/>
    <p:sldId id="285" r:id="rId16"/>
    <p:sldId id="311" r:id="rId17"/>
    <p:sldId id="272" r:id="rId18"/>
    <p:sldId id="273" r:id="rId19"/>
    <p:sldId id="280" r:id="rId20"/>
    <p:sldId id="284" r:id="rId21"/>
    <p:sldId id="277" r:id="rId22"/>
    <p:sldId id="283" r:id="rId23"/>
    <p:sldId id="327" r:id="rId24"/>
    <p:sldId id="328" r:id="rId25"/>
    <p:sldId id="329" r:id="rId26"/>
    <p:sldId id="323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42634744-E11C-4245-88A8-499DF169D0DB}">
          <p14:sldIdLst>
            <p14:sldId id="257"/>
          </p14:sldIdLst>
        </p14:section>
        <p14:section name="章节页" id="{8A8F3181-657C-4182-9774-ACB3A9AF0642}">
          <p14:sldIdLst>
            <p14:sldId id="334"/>
            <p14:sldId id="281"/>
            <p14:sldId id="377"/>
            <p14:sldId id="376"/>
            <p14:sldId id="332"/>
            <p14:sldId id="378"/>
            <p14:sldId id="333"/>
          </p14:sldIdLst>
        </p14:section>
        <p14:section name="内页" id="{A6C2BF27-77B5-40AA-82A6-77BAF26C105D}">
          <p14:sldIdLst>
            <p14:sldId id="298"/>
            <p14:sldId id="265"/>
            <p14:sldId id="271"/>
            <p14:sldId id="285"/>
            <p14:sldId id="311"/>
            <p14:sldId id="272"/>
            <p14:sldId id="273"/>
          </p14:sldIdLst>
        </p14:section>
        <p14:section name="封底" id="{1A6BE04C-C701-43B7-A099-6D52BC8C6838}">
          <p14:sldIdLst>
            <p14:sldId id="280"/>
            <p14:sldId id="284"/>
            <p14:sldId id="277"/>
            <p14:sldId id="283"/>
          </p14:sldIdLst>
        </p14:section>
        <p14:section name="附录" id="{8d42f2e3-1c6a-4b5e-b854-cba13610a729}">
          <p14:sldIdLst>
            <p14:sldId id="327"/>
            <p14:sldId id="328"/>
            <p14:sldId id="329"/>
            <p14:sldId id="32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  <a:srgbClr val="000064"/>
    <a:srgbClr val="01AFF0"/>
    <a:srgbClr val="005AFF"/>
    <a:srgbClr val="FF5A6D"/>
    <a:srgbClr val="6446FF"/>
    <a:srgbClr val="14E69B"/>
    <a:srgbClr val="FFD200"/>
    <a:srgbClr val="FF5A6E"/>
    <a:srgbClr val="00AF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20"/>
    <p:restoredTop sz="90884"/>
  </p:normalViewPr>
  <p:slideViewPr>
    <p:cSldViewPr snapToGrid="0" showGuides="1">
      <p:cViewPr>
        <p:scale>
          <a:sx n="98" d="100"/>
          <a:sy n="98" d="100"/>
        </p:scale>
        <p:origin x="1832" y="576"/>
      </p:cViewPr>
      <p:guideLst>
        <p:guide orient="horz" pos="2158"/>
        <p:guide pos="383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0" Type="http://schemas.openxmlformats.org/officeDocument/2006/relationships/tableStyles" Target="tableStyles.xml"/><Relationship Id="rId3" Type="http://schemas.openxmlformats.org/officeDocument/2006/relationships/slideMaster" Target="slideMasters/slideMaster2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5F8B21-C4E6-D54C-B47D-145585EBD0C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5DB899-9070-5B4B-A41C-B0D88943100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5DB899-9070-5B4B-A41C-B0D88943100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形式二">
    <p:bg>
      <p:bgPr>
        <a:solidFill>
          <a:srgbClr val="00AF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资源 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40" y="0"/>
            <a:ext cx="12186920" cy="6858000"/>
          </a:xfrm>
          <a:prstGeom prst="rect">
            <a:avLst/>
          </a:prstGeom>
        </p:spPr>
      </p:pic>
      <p:sp>
        <p:nvSpPr>
          <p:cNvPr id="2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1009045" y="4730023"/>
            <a:ext cx="3473745" cy="383345"/>
          </a:xfrm>
        </p:spPr>
        <p:txBody>
          <a:bodyPr>
            <a:no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defRPr>
            </a:lvl1pPr>
          </a:lstStyle>
          <a:p>
            <a:pPr lvl="0"/>
            <a:r>
              <a:rPr kumimoji="1" lang="zh-CN" altLang="en-US" dirty="0"/>
              <a:t>演講人 所屬事業部</a:t>
            </a:r>
            <a:endParaRPr kumimoji="1" lang="en-US" altLang="zh-CN" dirty="0"/>
          </a:p>
        </p:txBody>
      </p:sp>
      <p:sp>
        <p:nvSpPr>
          <p:cNvPr id="6" name="文本占位符 15"/>
          <p:cNvSpPr>
            <a:spLocks noGrp="1"/>
          </p:cNvSpPr>
          <p:nvPr>
            <p:ph type="body" sz="quarter" idx="12" hasCustomPrompt="1"/>
          </p:nvPr>
        </p:nvSpPr>
        <p:spPr>
          <a:xfrm>
            <a:off x="1009841" y="5162528"/>
            <a:ext cx="1913449" cy="307706"/>
          </a:xfrm>
        </p:spPr>
        <p:txBody>
          <a:bodyPr>
            <a:noAutofit/>
          </a:bodyPr>
          <a:lstStyle>
            <a:lvl1pPr marL="0" indent="0">
              <a:buNone/>
              <a:defRPr sz="2100" b="0" i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defRPr>
            </a:lvl1pPr>
          </a:lstStyle>
          <a:p>
            <a:pPr lvl="0"/>
            <a:r>
              <a:rPr kumimoji="1" lang="en-US" altLang="zh-CN" dirty="0"/>
              <a:t>2025.01.01</a:t>
            </a:r>
            <a:endParaRPr kumimoji="1" lang="zh-CN" altLang="en-US" dirty="0"/>
          </a:p>
        </p:txBody>
      </p:sp>
      <p:sp>
        <p:nvSpPr>
          <p:cNvPr id="11" name="标题 19"/>
          <p:cNvSpPr>
            <a:spLocks noGrp="1"/>
          </p:cNvSpPr>
          <p:nvPr>
            <p:ph type="title" hasCustomPrompt="1"/>
          </p:nvPr>
        </p:nvSpPr>
        <p:spPr>
          <a:xfrm>
            <a:off x="1009015" y="2325370"/>
            <a:ext cx="10538460" cy="1958340"/>
          </a:xfrm>
        </p:spPr>
        <p:txBody>
          <a:bodyPr anchor="t">
            <a:noAutofit/>
          </a:bodyPr>
          <a:lstStyle>
            <a:lvl1pPr>
              <a:lnSpc>
                <a:spcPct val="110000"/>
              </a:lnSpc>
              <a:defRPr sz="4400" b="0" i="0">
                <a:solidFill>
                  <a:schemeClr val="bg1"/>
                </a:solidFill>
                <a:latin typeface="Noto Sans TC Medium" panose="020B0600000000000000" charset="-120"/>
                <a:ea typeface="Noto Sans TC Medium" panose="020B0600000000000000" charset="-120"/>
                <a:cs typeface="Noto Sans TC Medium" panose="020B0600000000000000" charset="-120"/>
              </a:defRPr>
            </a:lvl1pPr>
          </a:lstStyle>
          <a:p>
            <a:pPr lvl="0"/>
            <a:r>
              <a:rPr kumimoji="1" lang="zh-CN" altLang="en-US" dirty="0"/>
              <a:t>單擊此處編輯文稿首頁標題</a:t>
            </a:r>
            <a:br>
              <a:rPr kumimoji="1" lang="en-US" altLang="zh-CN" dirty="0"/>
            </a:br>
            <a:r>
              <a:rPr kumimoji="1" lang="zh-CN" altLang="en-US" dirty="0"/>
              <a:t>超過十二字請進行換行</a:t>
            </a:r>
            <a:endParaRPr kumimoji="1" lang="zh-CN" altLang="en-US" dirty="0"/>
          </a:p>
        </p:txBody>
      </p:sp>
      <p:sp>
        <p:nvSpPr>
          <p:cNvPr id="49" name="矩形 48"/>
          <p:cNvSpPr/>
          <p:nvPr userDrawn="1"/>
        </p:nvSpPr>
        <p:spPr>
          <a:xfrm>
            <a:off x="-2614247" y="0"/>
            <a:ext cx="2592983" cy="723013"/>
          </a:xfrm>
          <a:prstGeom prst="rect">
            <a:avLst/>
          </a:prstGeom>
          <a:solidFill>
            <a:srgbClr val="FF5A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使用該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PPT</a:t>
            </a:r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模版，請嚴格遵循母版中所展示的字體、色彩、圖形等規範，勿隨意修改母版結構。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</p:txBody>
      </p:sp>
      <p:pic>
        <p:nvPicPr>
          <p:cNvPr id="3" name="图片 2" descr="D:\2024\品牌換新\images\鼎新數智.png鼎新數智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645397" y="635635"/>
            <a:ext cx="2030730" cy="3816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-2614247" y="744279"/>
            <a:ext cx="2592984" cy="611372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kumimoji="1" lang="en-US" altLang="zh-CN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PPT</a:t>
            </a:r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可用字體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  <a:sym typeface="+mn-ea"/>
              </a:rPr>
              <a:t>思源黑體 Noto Sans TC (Traditional Chinese)</a:t>
            </a:r>
            <a:endParaRPr kumimoji="1" lang="zh-CN" altLang="en-US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首頁標題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字重：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Medium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字型大小：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42-44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演講人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字重：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Regular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字型大小：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24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日期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字重：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Regular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字型大小：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21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zh-CN" altLang="en-US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</p:txBody>
      </p:sp>
      <p:grpSp>
        <p:nvGrpSpPr>
          <p:cNvPr id="21" name="组合 20"/>
          <p:cNvGrpSpPr/>
          <p:nvPr userDrawn="1"/>
        </p:nvGrpSpPr>
        <p:grpSpPr>
          <a:xfrm>
            <a:off x="12205648" y="-3998"/>
            <a:ext cx="2676235" cy="6873074"/>
            <a:chOff x="12221980" y="-8098"/>
            <a:chExt cx="2676235" cy="6873074"/>
          </a:xfrm>
        </p:grpSpPr>
        <p:sp>
          <p:nvSpPr>
            <p:cNvPr id="22" name="矩形 21"/>
            <p:cNvSpPr/>
            <p:nvPr userDrawn="1"/>
          </p:nvSpPr>
          <p:spPr>
            <a:xfrm>
              <a:off x="12234618" y="-6159"/>
              <a:ext cx="779598" cy="779598"/>
            </a:xfrm>
            <a:prstGeom prst="rect">
              <a:avLst/>
            </a:prstGeom>
            <a:solidFill>
              <a:srgbClr val="00AF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#00AFF0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3" name="矩形 22"/>
            <p:cNvSpPr/>
            <p:nvPr userDrawn="1"/>
          </p:nvSpPr>
          <p:spPr>
            <a:xfrm>
              <a:off x="12232575" y="773439"/>
              <a:ext cx="779598" cy="779598"/>
            </a:xfrm>
            <a:prstGeom prst="rect">
              <a:avLst/>
            </a:prstGeom>
            <a:solidFill>
              <a:srgbClr val="00006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#000064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4" name="矩形 23"/>
            <p:cNvSpPr/>
            <p:nvPr userDrawn="1"/>
          </p:nvSpPr>
          <p:spPr>
            <a:xfrm>
              <a:off x="12232575" y="1553038"/>
              <a:ext cx="779598" cy="779598"/>
            </a:xfrm>
            <a:prstGeom prst="rect">
              <a:avLst/>
            </a:prstGeom>
            <a:solidFill>
              <a:srgbClr val="005A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GB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#005AFF</a:t>
              </a:r>
              <a:endParaRPr kumimoji="1" lang="en-GB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5" name="矩形 24"/>
            <p:cNvSpPr/>
            <p:nvPr userDrawn="1"/>
          </p:nvSpPr>
          <p:spPr>
            <a:xfrm>
              <a:off x="12232575" y="2332636"/>
              <a:ext cx="779598" cy="779598"/>
            </a:xfrm>
            <a:prstGeom prst="rect">
              <a:avLst/>
            </a:prstGeom>
            <a:solidFill>
              <a:srgbClr val="00E1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#00E1FF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6" name="矩形 25"/>
            <p:cNvSpPr/>
            <p:nvPr userDrawn="1"/>
          </p:nvSpPr>
          <p:spPr>
            <a:xfrm>
              <a:off x="12221980" y="3745767"/>
              <a:ext cx="779598" cy="779598"/>
            </a:xfrm>
            <a:prstGeom prst="rect">
              <a:avLst/>
            </a:prstGeom>
            <a:solidFill>
              <a:srgbClr val="FF5A6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#FF5A6E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7" name="矩形 26"/>
            <p:cNvSpPr/>
            <p:nvPr userDrawn="1"/>
          </p:nvSpPr>
          <p:spPr>
            <a:xfrm>
              <a:off x="12224891" y="4525366"/>
              <a:ext cx="779598" cy="779598"/>
            </a:xfrm>
            <a:prstGeom prst="rect">
              <a:avLst/>
            </a:prstGeom>
            <a:solidFill>
              <a:srgbClr val="FFD2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#FFD200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8" name="矩形 27"/>
            <p:cNvSpPr/>
            <p:nvPr userDrawn="1"/>
          </p:nvSpPr>
          <p:spPr>
            <a:xfrm>
              <a:off x="12224891" y="5304964"/>
              <a:ext cx="779598" cy="779598"/>
            </a:xfrm>
            <a:prstGeom prst="rect">
              <a:avLst/>
            </a:prstGeom>
            <a:solidFill>
              <a:srgbClr val="14E69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#14E69B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9" name="矩形 28"/>
            <p:cNvSpPr/>
            <p:nvPr userDrawn="1"/>
          </p:nvSpPr>
          <p:spPr>
            <a:xfrm>
              <a:off x="12221980" y="6084563"/>
              <a:ext cx="779598" cy="779598"/>
            </a:xfrm>
            <a:prstGeom prst="rect">
              <a:avLst/>
            </a:prstGeom>
            <a:solidFill>
              <a:srgbClr val="644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#6446FF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30" name="矩形 29"/>
            <p:cNvSpPr/>
            <p:nvPr userDrawn="1"/>
          </p:nvSpPr>
          <p:spPr>
            <a:xfrm>
              <a:off x="13012173" y="-8098"/>
              <a:ext cx="1886042" cy="3119209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r>
                <a:rPr kumimoji="1" lang="en-US" altLang="zh-CN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PPT</a:t>
              </a:r>
              <a:r>
                <a:rPr kumimoji="1" lang="zh-CN" altLang="en-US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一級色彩</a:t>
              </a:r>
              <a:endParaRPr kumimoji="1" lang="en-US" altLang="zh-CN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  <a:p>
              <a:pPr algn="l"/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品牌色</a:t>
              </a:r>
              <a:r>
                <a:rPr kumimoji="1" lang="en-US" altLang="zh-CN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+</a:t>
              </a:r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三款同色系色彩</a:t>
              </a:r>
              <a:endPara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  <a:p>
              <a:pPr algn="l"/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用於標題、正文主要資訊及圖表的呈現</a:t>
              </a:r>
              <a:endPara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</p:txBody>
        </p:sp>
        <p:sp>
          <p:nvSpPr>
            <p:cNvPr id="31" name="矩形 30"/>
            <p:cNvSpPr/>
            <p:nvPr userDrawn="1"/>
          </p:nvSpPr>
          <p:spPr>
            <a:xfrm>
              <a:off x="13001578" y="3745767"/>
              <a:ext cx="1886042" cy="3119209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r>
                <a:rPr kumimoji="1" lang="en-US" altLang="zh-CN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PPT</a:t>
              </a:r>
              <a:r>
                <a:rPr kumimoji="1" lang="zh-CN" altLang="en-US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二級色彩</a:t>
              </a:r>
              <a:endParaRPr kumimoji="1" lang="en-US" altLang="zh-CN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  <a:p>
              <a:pPr algn="l"/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僅用於圖表中，起豐富視覺感受或點綴作用</a:t>
              </a:r>
              <a:endPara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</p:txBody>
        </p:sp>
      </p:grpSp>
      <p:pic>
        <p:nvPicPr>
          <p:cNvPr id="4" name="图片 3" descr="D:\2024\品牌換新\images\用數智實現創想.png用數智實現創想"/>
          <p:cNvPicPr>
            <a:picLocks noChangeAspect="1"/>
          </p:cNvPicPr>
          <p:nvPr userDrawn="1"/>
        </p:nvPicPr>
        <p:blipFill>
          <a:blip r:embed="rId4"/>
          <a:srcRect/>
          <a:stretch>
            <a:fillRect/>
          </a:stretch>
        </p:blipFill>
        <p:spPr>
          <a:xfrm>
            <a:off x="10300168" y="6073025"/>
            <a:ext cx="1189990" cy="151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形式一">
    <p:bg>
      <p:bgPr>
        <a:solidFill>
          <a:srgbClr val="0000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资源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15" y="0"/>
            <a:ext cx="12180570" cy="6858000"/>
          </a:xfrm>
          <a:prstGeom prst="rect">
            <a:avLst/>
          </a:prstGeom>
        </p:spPr>
      </p:pic>
      <p:pic>
        <p:nvPicPr>
          <p:cNvPr id="2" name="图片 1" descr="D:\2024\品牌換新\images\鼎新數智.png鼎新數智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645397" y="635635"/>
            <a:ext cx="2030730" cy="381600"/>
          </a:xfrm>
          <a:prstGeom prst="rect">
            <a:avLst/>
          </a:prstGeom>
        </p:spPr>
      </p:pic>
      <p:sp>
        <p:nvSpPr>
          <p:cNvPr id="14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1009045" y="4712679"/>
            <a:ext cx="3473745" cy="383345"/>
          </a:xfrm>
        </p:spPr>
        <p:txBody>
          <a:bodyPr>
            <a:no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defRPr>
            </a:lvl1pPr>
          </a:lstStyle>
          <a:p>
            <a:pPr lvl="0"/>
            <a:r>
              <a:rPr kumimoji="1" lang="zh-CN" altLang="en-US" dirty="0"/>
              <a:t>演講人 所屬事業部</a:t>
            </a:r>
            <a:endParaRPr kumimoji="1" lang="en-US" altLang="zh-CN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2" hasCustomPrompt="1"/>
          </p:nvPr>
        </p:nvSpPr>
        <p:spPr>
          <a:xfrm>
            <a:off x="1009841" y="5162528"/>
            <a:ext cx="1913449" cy="307706"/>
          </a:xfrm>
        </p:spPr>
        <p:txBody>
          <a:bodyPr>
            <a:noAutofit/>
          </a:bodyPr>
          <a:lstStyle>
            <a:lvl1pPr marL="0" indent="0">
              <a:buNone/>
              <a:defRPr sz="2100" b="0" i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Source Han Sans SC VF Regular" charset="0"/>
              </a:defRPr>
            </a:lvl1pPr>
          </a:lstStyle>
          <a:p>
            <a:pPr lvl="0"/>
            <a:r>
              <a:rPr kumimoji="1" lang="en-US" altLang="zh-CN" dirty="0"/>
              <a:t>2025.01.01</a:t>
            </a:r>
            <a:endParaRPr kumimoji="1" lang="zh-CN" altLang="en-US" dirty="0"/>
          </a:p>
        </p:txBody>
      </p:sp>
      <p:sp>
        <p:nvSpPr>
          <p:cNvPr id="20" name="标题 19"/>
          <p:cNvSpPr>
            <a:spLocks noGrp="1"/>
          </p:cNvSpPr>
          <p:nvPr>
            <p:ph type="title" hasCustomPrompt="1"/>
          </p:nvPr>
        </p:nvSpPr>
        <p:spPr>
          <a:xfrm>
            <a:off x="1009015" y="2325370"/>
            <a:ext cx="10538460" cy="1959610"/>
          </a:xfrm>
        </p:spPr>
        <p:txBody>
          <a:bodyPr anchor="t">
            <a:noAutofit/>
          </a:bodyPr>
          <a:lstStyle>
            <a:lvl1pPr>
              <a:lnSpc>
                <a:spcPct val="110000"/>
              </a:lnSpc>
              <a:defRPr sz="4400" b="0" i="0">
                <a:solidFill>
                  <a:schemeClr val="bg1"/>
                </a:solidFill>
                <a:latin typeface="Noto Sans TC Medium" panose="020B0600000000000000" charset="-120"/>
                <a:ea typeface="Noto Sans TC Medium" panose="020B0600000000000000" charset="-120"/>
                <a:cs typeface="Noto Sans TC Medium" panose="020B0600000000000000" charset="-120"/>
              </a:defRPr>
            </a:lvl1pPr>
          </a:lstStyle>
          <a:p>
            <a:pPr lvl="0"/>
            <a:r>
              <a:rPr kumimoji="1" lang="zh-CN" altLang="en-US" dirty="0"/>
              <a:t>單擊此處編輯文稿首頁標題</a:t>
            </a:r>
            <a:br>
              <a:rPr kumimoji="1" lang="en-US" altLang="zh-CN" dirty="0"/>
            </a:br>
            <a:r>
              <a:rPr kumimoji="1" lang="zh-CN" altLang="en-US" dirty="0"/>
              <a:t>超過十二字請進行換行</a:t>
            </a:r>
            <a:endParaRPr kumimoji="1" lang="zh-CN" altLang="en-US" dirty="0"/>
          </a:p>
        </p:txBody>
      </p:sp>
      <p:sp>
        <p:nvSpPr>
          <p:cNvPr id="10" name="矩形 9"/>
          <p:cNvSpPr/>
          <p:nvPr userDrawn="1"/>
        </p:nvSpPr>
        <p:spPr>
          <a:xfrm>
            <a:off x="-2614247" y="0"/>
            <a:ext cx="2592983" cy="723013"/>
          </a:xfrm>
          <a:prstGeom prst="rect">
            <a:avLst/>
          </a:prstGeom>
          <a:solidFill>
            <a:srgbClr val="FF5A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使用該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PPT</a:t>
            </a:r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模版，請嚴格遵循母版中所展示的字體、色彩、圖形等規範，勿隨意修改母版結構。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</p:txBody>
      </p:sp>
      <p:sp>
        <p:nvSpPr>
          <p:cNvPr id="35" name="矩形 34"/>
          <p:cNvSpPr/>
          <p:nvPr userDrawn="1"/>
        </p:nvSpPr>
        <p:spPr>
          <a:xfrm>
            <a:off x="-2614247" y="744279"/>
            <a:ext cx="2592984" cy="611372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kumimoji="1" lang="en-US" altLang="zh-CN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PPT</a:t>
            </a:r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可用字體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  <a:sym typeface="+mn-ea"/>
              </a:rPr>
              <a:t>思源黑體 Noto Sans TC (Traditional Chinese)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首頁標題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字重：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Medium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字型大小：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42-44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演講人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字重：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Regular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字型大小：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24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日期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字重：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Regular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字型大小：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21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zh-CN" altLang="en-US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</p:txBody>
      </p:sp>
      <p:grpSp>
        <p:nvGrpSpPr>
          <p:cNvPr id="46" name="组合 45"/>
          <p:cNvGrpSpPr/>
          <p:nvPr userDrawn="1"/>
        </p:nvGrpSpPr>
        <p:grpSpPr>
          <a:xfrm>
            <a:off x="12205648" y="-3998"/>
            <a:ext cx="2676235" cy="6873074"/>
            <a:chOff x="12221980" y="-8098"/>
            <a:chExt cx="2676235" cy="6873074"/>
          </a:xfrm>
        </p:grpSpPr>
        <p:sp>
          <p:nvSpPr>
            <p:cNvPr id="36" name="矩形 35"/>
            <p:cNvSpPr/>
            <p:nvPr userDrawn="1"/>
          </p:nvSpPr>
          <p:spPr>
            <a:xfrm>
              <a:off x="12234618" y="-6159"/>
              <a:ext cx="779598" cy="779598"/>
            </a:xfrm>
            <a:prstGeom prst="rect">
              <a:avLst/>
            </a:prstGeom>
            <a:solidFill>
              <a:srgbClr val="00AF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#00AFF0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37" name="矩形 36"/>
            <p:cNvSpPr/>
            <p:nvPr userDrawn="1"/>
          </p:nvSpPr>
          <p:spPr>
            <a:xfrm>
              <a:off x="12232575" y="773439"/>
              <a:ext cx="779598" cy="779598"/>
            </a:xfrm>
            <a:prstGeom prst="rect">
              <a:avLst/>
            </a:prstGeom>
            <a:solidFill>
              <a:srgbClr val="00006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#000064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38" name="矩形 37"/>
            <p:cNvSpPr/>
            <p:nvPr userDrawn="1"/>
          </p:nvSpPr>
          <p:spPr>
            <a:xfrm>
              <a:off x="12232575" y="1553038"/>
              <a:ext cx="779598" cy="779598"/>
            </a:xfrm>
            <a:prstGeom prst="rect">
              <a:avLst/>
            </a:prstGeom>
            <a:solidFill>
              <a:srgbClr val="005A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GB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#005AFF</a:t>
              </a:r>
              <a:endParaRPr kumimoji="1" lang="en-GB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39" name="矩形 38"/>
            <p:cNvSpPr/>
            <p:nvPr userDrawn="1"/>
          </p:nvSpPr>
          <p:spPr>
            <a:xfrm>
              <a:off x="12232575" y="2332636"/>
              <a:ext cx="779598" cy="779598"/>
            </a:xfrm>
            <a:prstGeom prst="rect">
              <a:avLst/>
            </a:prstGeom>
            <a:solidFill>
              <a:srgbClr val="00E1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#00E1FF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40" name="矩形 39"/>
            <p:cNvSpPr/>
            <p:nvPr userDrawn="1"/>
          </p:nvSpPr>
          <p:spPr>
            <a:xfrm>
              <a:off x="12221980" y="3745767"/>
              <a:ext cx="779598" cy="779598"/>
            </a:xfrm>
            <a:prstGeom prst="rect">
              <a:avLst/>
            </a:prstGeom>
            <a:solidFill>
              <a:srgbClr val="FF5A6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#FF5A6E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41" name="矩形 40"/>
            <p:cNvSpPr/>
            <p:nvPr userDrawn="1"/>
          </p:nvSpPr>
          <p:spPr>
            <a:xfrm>
              <a:off x="12224891" y="4525366"/>
              <a:ext cx="779598" cy="779598"/>
            </a:xfrm>
            <a:prstGeom prst="rect">
              <a:avLst/>
            </a:prstGeom>
            <a:solidFill>
              <a:srgbClr val="FFD2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#FFD200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42" name="矩形 41"/>
            <p:cNvSpPr/>
            <p:nvPr userDrawn="1"/>
          </p:nvSpPr>
          <p:spPr>
            <a:xfrm>
              <a:off x="12224891" y="5304964"/>
              <a:ext cx="779598" cy="779598"/>
            </a:xfrm>
            <a:prstGeom prst="rect">
              <a:avLst/>
            </a:prstGeom>
            <a:solidFill>
              <a:srgbClr val="14E69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#14E69B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43" name="矩形 42"/>
            <p:cNvSpPr/>
            <p:nvPr userDrawn="1"/>
          </p:nvSpPr>
          <p:spPr>
            <a:xfrm>
              <a:off x="12221980" y="6084563"/>
              <a:ext cx="779598" cy="779598"/>
            </a:xfrm>
            <a:prstGeom prst="rect">
              <a:avLst/>
            </a:prstGeom>
            <a:solidFill>
              <a:srgbClr val="644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#6446FF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44" name="矩形 43"/>
            <p:cNvSpPr/>
            <p:nvPr userDrawn="1"/>
          </p:nvSpPr>
          <p:spPr>
            <a:xfrm>
              <a:off x="13012173" y="-8098"/>
              <a:ext cx="1886042" cy="3119209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r>
                <a:rPr kumimoji="1" lang="en-US" altLang="zh-CN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PPT</a:t>
              </a:r>
              <a:r>
                <a:rPr kumimoji="1" lang="zh-CN" altLang="en-US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一級色彩</a:t>
              </a:r>
              <a:endParaRPr kumimoji="1" lang="en-US" altLang="zh-CN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  <a:p>
              <a:pPr algn="l"/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品牌色</a:t>
              </a:r>
              <a:r>
                <a:rPr kumimoji="1" lang="en-US" altLang="zh-CN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+</a:t>
              </a:r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三款同色系色彩</a:t>
              </a:r>
              <a:endPara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  <a:p>
              <a:pPr algn="l"/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用於標題、正文主要資訊及圖表的呈現</a:t>
              </a:r>
              <a:endPara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</p:txBody>
        </p:sp>
        <p:sp>
          <p:nvSpPr>
            <p:cNvPr id="45" name="矩形 44"/>
            <p:cNvSpPr/>
            <p:nvPr userDrawn="1"/>
          </p:nvSpPr>
          <p:spPr>
            <a:xfrm>
              <a:off x="13001578" y="3745767"/>
              <a:ext cx="1886042" cy="3119209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r>
                <a:rPr kumimoji="1" lang="en-US" altLang="zh-CN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PPT</a:t>
              </a:r>
              <a:r>
                <a:rPr kumimoji="1" lang="zh-CN" altLang="en-US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二級色彩</a:t>
              </a:r>
              <a:endParaRPr kumimoji="1" lang="en-US" altLang="zh-CN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  <a:p>
              <a:pPr algn="l"/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僅用於圖表中，起豐富視覺感受或點綴作用</a:t>
              </a:r>
              <a:endPara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</p:txBody>
        </p:sp>
      </p:grpSp>
      <p:pic>
        <p:nvPicPr>
          <p:cNvPr id="8" name="图片 7" descr="D:\2024\品牌換新\images\用數智實現創想.png用數智實現創想"/>
          <p:cNvPicPr>
            <a:picLocks noChangeAspect="1"/>
          </p:cNvPicPr>
          <p:nvPr userDrawn="1"/>
        </p:nvPicPr>
        <p:blipFill>
          <a:blip r:embed="rId4"/>
          <a:srcRect/>
          <a:stretch>
            <a:fillRect/>
          </a:stretch>
        </p:blipFill>
        <p:spPr>
          <a:xfrm>
            <a:off x="10300168" y="6073025"/>
            <a:ext cx="1189990" cy="151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—文字层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D:\2024\品牌換新\images\BG.pngBG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-635" y="5080"/>
            <a:ext cx="12205970" cy="6859270"/>
          </a:xfrm>
          <a:prstGeom prst="rect">
            <a:avLst/>
          </a:prstGeom>
        </p:spPr>
      </p:pic>
      <p:sp>
        <p:nvSpPr>
          <p:cNvPr id="10" name="文本占位符 9"/>
          <p:cNvSpPr>
            <a:spLocks noGrp="1"/>
          </p:cNvSpPr>
          <p:nvPr>
            <p:ph type="body" sz="quarter" idx="21" hasCustomPrompt="1"/>
          </p:nvPr>
        </p:nvSpPr>
        <p:spPr>
          <a:xfrm>
            <a:off x="546100" y="1537514"/>
            <a:ext cx="11009313" cy="4275911"/>
          </a:xfrm>
        </p:spPr>
        <p:txBody>
          <a:bodyPr/>
          <a:lstStyle>
            <a:lvl1pPr>
              <a:lnSpc>
                <a:spcPct val="130000"/>
              </a:lnSpc>
              <a:defRPr sz="2400" b="0" i="0">
                <a:latin typeface="Noto Sans TC" panose="020B0500000000000000" charset="-120"/>
                <a:ea typeface="Noto Sans TC" panose="020B0500000000000000" charset="-120"/>
              </a:defRPr>
            </a:lvl1pPr>
            <a:lvl3pPr marL="0">
              <a:lnSpc>
                <a:spcPct val="130000"/>
              </a:lnSpc>
              <a:defRPr b="0">
                <a:latin typeface="Noto Sans TC" panose="020B0500000000000000" charset="-120"/>
                <a:ea typeface="Noto Sans TC" panose="020B0500000000000000" charset="-120"/>
              </a:defRPr>
            </a:lvl3pPr>
            <a:lvl4pPr marL="0">
              <a:lnSpc>
                <a:spcPct val="130000"/>
              </a:lnSpc>
              <a:defRPr sz="1600" b="0">
                <a:latin typeface="Noto Sans TC" panose="020B0500000000000000" charset="-120"/>
                <a:ea typeface="Noto Sans TC" panose="020B0500000000000000" charset="-120"/>
              </a:defRPr>
            </a:lvl4pPr>
          </a:lstStyle>
          <a:p>
            <a:pPr lvl="0"/>
            <a:r>
              <a:rPr kumimoji="1" lang="zh-CN" altLang="en-US" dirty="0"/>
              <a:t>單擊此處編輯正文一級標題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單擊此處編輯正文二級標題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單擊此處編輯正文內容</a:t>
            </a:r>
            <a:endParaRPr kumimoji="1" lang="zh-CN" altLang="en-US" dirty="0"/>
          </a:p>
        </p:txBody>
      </p:sp>
      <p:sp>
        <p:nvSpPr>
          <p:cNvPr id="50" name="文本占位符 49"/>
          <p:cNvSpPr>
            <a:spLocks noGrp="1"/>
          </p:cNvSpPr>
          <p:nvPr>
            <p:ph type="body" sz="quarter" idx="10" hasCustomPrompt="1"/>
          </p:nvPr>
        </p:nvSpPr>
        <p:spPr>
          <a:xfrm>
            <a:off x="545809" y="571074"/>
            <a:ext cx="11009313" cy="522713"/>
          </a:xfrm>
        </p:spPr>
        <p:txBody>
          <a:bodyPr anchor="t">
            <a:noAutofit/>
          </a:bodyPr>
          <a:lstStyle>
            <a:lvl1pPr marL="0" indent="0">
              <a:buNone/>
              <a:defRPr sz="3400" b="0" i="0">
                <a:latin typeface="Noto Sans TC Medium" panose="020B0600000000000000" charset="-120"/>
                <a:ea typeface="Noto Sans TC Medium" panose="020B0600000000000000" charset="-120"/>
              </a:defRPr>
            </a:lvl1pPr>
          </a:lstStyle>
          <a:p>
            <a:pPr lvl="0"/>
            <a:r>
              <a:rPr kumimoji="1" lang="zh-CN" altLang="en-US" dirty="0"/>
              <a:t>單擊此處編輯內頁標題</a:t>
            </a:r>
            <a:endParaRPr kumimoji="1" lang="zh-CN" altLang="en-US" dirty="0"/>
          </a:p>
        </p:txBody>
      </p:sp>
      <p:sp>
        <p:nvSpPr>
          <p:cNvPr id="40" name="文本框 39"/>
          <p:cNvSpPr txBox="1"/>
          <p:nvPr userDrawn="1"/>
        </p:nvSpPr>
        <p:spPr>
          <a:xfrm>
            <a:off x="5834270" y="-506896"/>
            <a:ext cx="247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 </a:t>
            </a:r>
            <a:endParaRPr kumimoji="1" lang="zh-CN" altLang="en-US" dirty="0"/>
          </a:p>
        </p:txBody>
      </p:sp>
      <p:sp>
        <p:nvSpPr>
          <p:cNvPr id="33" name="矩形 32"/>
          <p:cNvSpPr/>
          <p:nvPr userDrawn="1"/>
        </p:nvSpPr>
        <p:spPr>
          <a:xfrm>
            <a:off x="-2614247" y="0"/>
            <a:ext cx="2592983" cy="723013"/>
          </a:xfrm>
          <a:prstGeom prst="rect">
            <a:avLst/>
          </a:prstGeom>
          <a:solidFill>
            <a:srgbClr val="FF5A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使用該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PPT</a:t>
            </a:r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模版，請嚴格遵循母版中所展示的字體、色彩、圖形等規範，勿隨意修改母版結構。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</p:txBody>
      </p:sp>
      <p:sp>
        <p:nvSpPr>
          <p:cNvPr id="3" name="灯片编号占位符 9"/>
          <p:cNvSpPr>
            <a:spLocks noGrp="1"/>
          </p:cNvSpPr>
          <p:nvPr userDrawn="1">
            <p:ph type="sldNum" sz="quarter" idx="18"/>
          </p:nvPr>
        </p:nvSpPr>
        <p:spPr>
          <a:xfrm>
            <a:off x="477520" y="6356350"/>
            <a:ext cx="473710" cy="365125"/>
          </a:xfrm>
        </p:spPr>
        <p:txBody>
          <a:bodyPr/>
          <a:lstStyle>
            <a:lvl1pPr algn="ctr">
              <a:defRPr sz="1000" b="0" i="0">
                <a:solidFill>
                  <a:srgbClr val="00AFF0"/>
                </a:solidFill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defRPr>
            </a:lvl1pPr>
          </a:lstStyle>
          <a:p>
            <a:fld id="{BFE79AAB-2B78-0C44-8B59-D0213C69E5D4}" type="slidenum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8" name="文本占位符 7"/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546100" y="5320486"/>
            <a:ext cx="11009314" cy="492767"/>
          </a:xfrm>
        </p:spPr>
        <p:txBody>
          <a:bodyPr anchor="ctr">
            <a:normAutofit/>
          </a:bodyPr>
          <a:lstStyle>
            <a:lvl1pPr>
              <a:defRPr sz="1000" b="0" i="0">
                <a:latin typeface="Noto Sans TC" panose="020B0500000000000000" charset="-120"/>
                <a:ea typeface="Noto Sans TC" panose="020B0500000000000000" charset="-120"/>
              </a:defRPr>
            </a:lvl1pPr>
          </a:lstStyle>
          <a:p>
            <a:pPr lvl="0"/>
            <a:r>
              <a:rPr kumimoji="1" lang="zh-CN" altLang="en-US" dirty="0"/>
              <a:t>單擊此處編輯最小注釋內容</a:t>
            </a:r>
            <a:endParaRPr kumimoji="1" lang="zh-CN" altLang="en-US" dirty="0"/>
          </a:p>
        </p:txBody>
      </p:sp>
      <p:sp>
        <p:nvSpPr>
          <p:cNvPr id="4" name="矩形 3"/>
          <p:cNvSpPr/>
          <p:nvPr userDrawn="1"/>
        </p:nvSpPr>
        <p:spPr>
          <a:xfrm>
            <a:off x="-2614247" y="744279"/>
            <a:ext cx="2592984" cy="611372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kumimoji="1" lang="en-US" altLang="zh-CN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PPT</a:t>
            </a:r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可用字體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  <a:sym typeface="+mn-ea"/>
              </a:rPr>
              <a:t>思源黑體 Noto Sans TC (Traditional Chinese)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標題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字重：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 Medium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字型大小：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32-34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色彩：黑色或品牌色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正文一級標題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字重：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 Regular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字型大小：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22-24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色彩：黑色或品牌色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正文二級標題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字重：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 Regular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字型大小：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18-20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色彩：黑色或右側上方色彩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正文內容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字重：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 Regular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字型大小：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14-16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色彩：黑色或右側上方色彩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注釋內容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字重：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 Light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字型大小：不得小於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10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色彩：黑色或右側上方色彩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正文統一為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間距：之前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5pt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行距：多倍行距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1.3</a:t>
            </a:r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倍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zh-CN" altLang="en-US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12205648" y="-3998"/>
            <a:ext cx="2676235" cy="6873074"/>
            <a:chOff x="12221980" y="-8098"/>
            <a:chExt cx="2676235" cy="6873074"/>
          </a:xfrm>
        </p:grpSpPr>
        <p:sp>
          <p:nvSpPr>
            <p:cNvPr id="11" name="矩形 10"/>
            <p:cNvSpPr/>
            <p:nvPr userDrawn="1"/>
          </p:nvSpPr>
          <p:spPr>
            <a:xfrm>
              <a:off x="12234618" y="-6159"/>
              <a:ext cx="779598" cy="779598"/>
            </a:xfrm>
            <a:prstGeom prst="rect">
              <a:avLst/>
            </a:prstGeom>
            <a:solidFill>
              <a:srgbClr val="00AF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#00AFF0</a:t>
              </a:r>
              <a:endParaRPr kumimoji="1" lang="en-US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12" name="矩形 11"/>
            <p:cNvSpPr/>
            <p:nvPr userDrawn="1"/>
          </p:nvSpPr>
          <p:spPr>
            <a:xfrm>
              <a:off x="12232575" y="773439"/>
              <a:ext cx="779598" cy="779598"/>
            </a:xfrm>
            <a:prstGeom prst="rect">
              <a:avLst/>
            </a:prstGeom>
            <a:solidFill>
              <a:srgbClr val="00006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#000064</a:t>
              </a:r>
              <a:endParaRPr kumimoji="1" lang="en-US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13" name="矩形 12"/>
            <p:cNvSpPr/>
            <p:nvPr userDrawn="1"/>
          </p:nvSpPr>
          <p:spPr>
            <a:xfrm>
              <a:off x="12232575" y="1553038"/>
              <a:ext cx="779598" cy="779598"/>
            </a:xfrm>
            <a:prstGeom prst="rect">
              <a:avLst/>
            </a:prstGeom>
            <a:solidFill>
              <a:srgbClr val="005A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GB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#005AFF</a:t>
              </a:r>
              <a:endParaRPr kumimoji="1" lang="en-GB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14" name="矩形 13"/>
            <p:cNvSpPr/>
            <p:nvPr userDrawn="1"/>
          </p:nvSpPr>
          <p:spPr>
            <a:xfrm>
              <a:off x="12232575" y="2332636"/>
              <a:ext cx="779598" cy="779598"/>
            </a:xfrm>
            <a:prstGeom prst="rect">
              <a:avLst/>
            </a:prstGeom>
            <a:solidFill>
              <a:srgbClr val="00E1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#00E1FF</a:t>
              </a:r>
              <a:endParaRPr kumimoji="1" lang="en-US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15" name="矩形 14"/>
            <p:cNvSpPr/>
            <p:nvPr userDrawn="1"/>
          </p:nvSpPr>
          <p:spPr>
            <a:xfrm>
              <a:off x="12221980" y="3745767"/>
              <a:ext cx="779598" cy="779598"/>
            </a:xfrm>
            <a:prstGeom prst="rect">
              <a:avLst/>
            </a:prstGeom>
            <a:solidFill>
              <a:srgbClr val="FF5A6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#FF5A6E</a:t>
              </a:r>
              <a:endParaRPr kumimoji="1" lang="en-US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16" name="矩形 15"/>
            <p:cNvSpPr/>
            <p:nvPr userDrawn="1"/>
          </p:nvSpPr>
          <p:spPr>
            <a:xfrm>
              <a:off x="12224891" y="4525366"/>
              <a:ext cx="779598" cy="779598"/>
            </a:xfrm>
            <a:prstGeom prst="rect">
              <a:avLst/>
            </a:prstGeom>
            <a:solidFill>
              <a:srgbClr val="FFD2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#FFD200</a:t>
              </a:r>
              <a:endParaRPr kumimoji="1" lang="en-US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17" name="矩形 16"/>
            <p:cNvSpPr/>
            <p:nvPr userDrawn="1"/>
          </p:nvSpPr>
          <p:spPr>
            <a:xfrm>
              <a:off x="12224891" y="5304964"/>
              <a:ext cx="779598" cy="779598"/>
            </a:xfrm>
            <a:prstGeom prst="rect">
              <a:avLst/>
            </a:prstGeom>
            <a:solidFill>
              <a:srgbClr val="14E69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#14E69B</a:t>
              </a:r>
              <a:endParaRPr kumimoji="1" lang="en-US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18" name="矩形 17"/>
            <p:cNvSpPr/>
            <p:nvPr userDrawn="1"/>
          </p:nvSpPr>
          <p:spPr>
            <a:xfrm>
              <a:off x="12221980" y="6084563"/>
              <a:ext cx="779598" cy="779598"/>
            </a:xfrm>
            <a:prstGeom prst="rect">
              <a:avLst/>
            </a:prstGeom>
            <a:solidFill>
              <a:srgbClr val="644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#6446FF</a:t>
              </a:r>
              <a:endParaRPr kumimoji="1" lang="en-US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19" name="矩形 18"/>
            <p:cNvSpPr/>
            <p:nvPr userDrawn="1"/>
          </p:nvSpPr>
          <p:spPr>
            <a:xfrm>
              <a:off x="13012173" y="-8098"/>
              <a:ext cx="1886042" cy="3119209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r>
                <a:rPr kumimoji="1" lang="en-US" altLang="zh-CN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PPT</a:t>
              </a:r>
              <a:r>
                <a:rPr kumimoji="1" lang="zh-CN" altLang="en-US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一級色彩</a:t>
              </a:r>
              <a:endParaRPr kumimoji="1" lang="en-US" altLang="zh-CN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  <a:p>
              <a:pPr algn="l"/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品牌色</a:t>
              </a:r>
              <a:r>
                <a:rPr kumimoji="1" lang="en-US" altLang="zh-CN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+</a:t>
              </a:r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三款同色系色彩</a:t>
              </a:r>
              <a:endPara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  <a:p>
              <a:pPr algn="l"/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用於標題、正文主要資訊及圖表的呈現</a:t>
              </a:r>
              <a:endPara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13001578" y="3745767"/>
              <a:ext cx="1886042" cy="3119209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r>
                <a:rPr kumimoji="1" lang="en-US" altLang="zh-CN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PPT</a:t>
              </a:r>
              <a:r>
                <a:rPr kumimoji="1" lang="zh-CN" altLang="en-US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二級色彩</a:t>
              </a:r>
              <a:endParaRPr kumimoji="1" lang="en-US" altLang="zh-CN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  <a:p>
              <a:pPr algn="l"/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僅用於圖表中，起豐富視覺感受或點綴作用</a:t>
              </a:r>
              <a:endPara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—二分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1" descr="D:\2024\品牌換新\images\BG.pngBG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-635" y="5080"/>
            <a:ext cx="12205970" cy="6859270"/>
          </a:xfrm>
          <a:prstGeom prst="rect">
            <a:avLst/>
          </a:prstGeom>
        </p:spPr>
      </p:pic>
      <p:sp>
        <p:nvSpPr>
          <p:cNvPr id="50" name="文本占位符 49"/>
          <p:cNvSpPr>
            <a:spLocks noGrp="1"/>
          </p:cNvSpPr>
          <p:nvPr>
            <p:ph type="body" sz="quarter" idx="10" hasCustomPrompt="1"/>
          </p:nvPr>
        </p:nvSpPr>
        <p:spPr>
          <a:xfrm>
            <a:off x="546100" y="570865"/>
            <a:ext cx="11022330" cy="522605"/>
          </a:xfrm>
        </p:spPr>
        <p:txBody>
          <a:bodyPr anchor="t">
            <a:noAutofit/>
          </a:bodyPr>
          <a:lstStyle>
            <a:lvl1pPr marL="0" indent="0">
              <a:buNone/>
              <a:defRPr sz="3400" b="0" i="0">
                <a:latin typeface="Noto Sans TC Medium" panose="020B0600000000000000" charset="-120"/>
                <a:ea typeface="Noto Sans TC Medium" panose="020B0600000000000000" charset="-120"/>
              </a:defRPr>
            </a:lvl1pPr>
          </a:lstStyle>
          <a:p>
            <a:pPr lvl="0"/>
            <a:r>
              <a:rPr kumimoji="1" lang="zh-CN" altLang="en-US" dirty="0"/>
              <a:t>單擊此處編輯內頁標題</a:t>
            </a:r>
            <a:endParaRPr kumimoji="1" lang="zh-CN" altLang="en-US" dirty="0"/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5" hasCustomPrompt="1"/>
          </p:nvPr>
        </p:nvSpPr>
        <p:spPr>
          <a:xfrm>
            <a:off x="534035" y="1537855"/>
            <a:ext cx="5019040" cy="4275569"/>
          </a:xfrm>
        </p:spPr>
        <p:txBody>
          <a:bodyPr anchor="t">
            <a:normAutofit/>
          </a:bodyPr>
          <a:lstStyle>
            <a:lvl1pPr marL="0" indent="0">
              <a:lnSpc>
                <a:spcPct val="130000"/>
              </a:lnSpc>
              <a:buNone/>
              <a:defRPr sz="1600" b="0">
                <a:latin typeface="Noto Sans TC" panose="020B0500000000000000" charset="-120"/>
                <a:ea typeface="Noto Sans TC" panose="020B0500000000000000" charset="-120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56" name="矩形 55"/>
          <p:cNvSpPr/>
          <p:nvPr userDrawn="1"/>
        </p:nvSpPr>
        <p:spPr>
          <a:xfrm>
            <a:off x="-2614247" y="0"/>
            <a:ext cx="2592983" cy="723013"/>
          </a:xfrm>
          <a:prstGeom prst="rect">
            <a:avLst/>
          </a:prstGeom>
          <a:solidFill>
            <a:srgbClr val="FF5A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使用該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PPT</a:t>
            </a:r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模版，請嚴格遵循母版中所展示的字體、色彩、圖形等規範，勿隨意修改母版結構。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</p:txBody>
      </p:sp>
      <p:sp>
        <p:nvSpPr>
          <p:cNvPr id="5" name="图片占位符 3"/>
          <p:cNvSpPr>
            <a:spLocks noGrp="1"/>
          </p:cNvSpPr>
          <p:nvPr>
            <p:ph type="pic" sz="quarter" idx="20" hasCustomPrompt="1"/>
          </p:nvPr>
        </p:nvSpPr>
        <p:spPr>
          <a:xfrm>
            <a:off x="6094228" y="1537001"/>
            <a:ext cx="5474836" cy="4237054"/>
          </a:xfrm>
          <a:custGeom>
            <a:avLst/>
            <a:gdLst>
              <a:gd name="connsiteX0" fmla="*/ 0 w 8611"/>
              <a:gd name="connsiteY0" fmla="*/ 17 h 7136"/>
              <a:gd name="connsiteX1" fmla="*/ 5051 w 8611"/>
              <a:gd name="connsiteY1" fmla="*/ 0 h 7136"/>
              <a:gd name="connsiteX2" fmla="*/ 8611 w 8611"/>
              <a:gd name="connsiteY2" fmla="*/ 3561 h 7136"/>
              <a:gd name="connsiteX3" fmla="*/ 5051 w 8611"/>
              <a:gd name="connsiteY3" fmla="*/ 7121 h 7136"/>
              <a:gd name="connsiteX4" fmla="*/ 0 w 8611"/>
              <a:gd name="connsiteY4" fmla="*/ 7136 h 7136"/>
              <a:gd name="connsiteX5" fmla="*/ 0 w 8611"/>
              <a:gd name="connsiteY5" fmla="*/ 17 h 7136"/>
              <a:gd name="connsiteX0-1" fmla="*/ 0 w 10786"/>
              <a:gd name="connsiteY0-2" fmla="*/ 24 h 10000"/>
              <a:gd name="connsiteX1-3" fmla="*/ 6652 w 10786"/>
              <a:gd name="connsiteY1-4" fmla="*/ 0 h 10000"/>
              <a:gd name="connsiteX2-5" fmla="*/ 10786 w 10786"/>
              <a:gd name="connsiteY2-6" fmla="*/ 4990 h 10000"/>
              <a:gd name="connsiteX3-7" fmla="*/ 6652 w 10786"/>
              <a:gd name="connsiteY3-8" fmla="*/ 9979 h 10000"/>
              <a:gd name="connsiteX4-9" fmla="*/ 786 w 10786"/>
              <a:gd name="connsiteY4-10" fmla="*/ 10000 h 10000"/>
              <a:gd name="connsiteX5-11" fmla="*/ 0 w 10786"/>
              <a:gd name="connsiteY5-12" fmla="*/ 24 h 10000"/>
              <a:gd name="connsiteX0-13" fmla="*/ 0 w 10759"/>
              <a:gd name="connsiteY0-14" fmla="*/ 24 h 10000"/>
              <a:gd name="connsiteX1-15" fmla="*/ 6625 w 10759"/>
              <a:gd name="connsiteY1-16" fmla="*/ 0 h 10000"/>
              <a:gd name="connsiteX2-17" fmla="*/ 10759 w 10759"/>
              <a:gd name="connsiteY2-18" fmla="*/ 4990 h 10000"/>
              <a:gd name="connsiteX3-19" fmla="*/ 6625 w 10759"/>
              <a:gd name="connsiteY3-20" fmla="*/ 9979 h 10000"/>
              <a:gd name="connsiteX4-21" fmla="*/ 759 w 10759"/>
              <a:gd name="connsiteY4-22" fmla="*/ 10000 h 10000"/>
              <a:gd name="connsiteX5-23" fmla="*/ 0 w 10759"/>
              <a:gd name="connsiteY5-24" fmla="*/ 24 h 10000"/>
              <a:gd name="connsiteX0-25" fmla="*/ 0 w 10675"/>
              <a:gd name="connsiteY0-26" fmla="*/ 24 h 10000"/>
              <a:gd name="connsiteX1-27" fmla="*/ 6541 w 10675"/>
              <a:gd name="connsiteY1-28" fmla="*/ 0 h 10000"/>
              <a:gd name="connsiteX2-29" fmla="*/ 10675 w 10675"/>
              <a:gd name="connsiteY2-30" fmla="*/ 4990 h 10000"/>
              <a:gd name="connsiteX3-31" fmla="*/ 6541 w 10675"/>
              <a:gd name="connsiteY3-32" fmla="*/ 9979 h 10000"/>
              <a:gd name="connsiteX4-33" fmla="*/ 675 w 10675"/>
              <a:gd name="connsiteY4-34" fmla="*/ 10000 h 10000"/>
              <a:gd name="connsiteX5-35" fmla="*/ 0 w 10675"/>
              <a:gd name="connsiteY5-36" fmla="*/ 24 h 10000"/>
              <a:gd name="connsiteX0-37" fmla="*/ 0 w 10699"/>
              <a:gd name="connsiteY0-38" fmla="*/ 24 h 10000"/>
              <a:gd name="connsiteX1-39" fmla="*/ 6565 w 10699"/>
              <a:gd name="connsiteY1-40" fmla="*/ 0 h 10000"/>
              <a:gd name="connsiteX2-41" fmla="*/ 10699 w 10699"/>
              <a:gd name="connsiteY2-42" fmla="*/ 4990 h 10000"/>
              <a:gd name="connsiteX3-43" fmla="*/ 6565 w 10699"/>
              <a:gd name="connsiteY3-44" fmla="*/ 9979 h 10000"/>
              <a:gd name="connsiteX4-45" fmla="*/ 699 w 10699"/>
              <a:gd name="connsiteY4-46" fmla="*/ 10000 h 10000"/>
              <a:gd name="connsiteX5-47" fmla="*/ 0 w 10699"/>
              <a:gd name="connsiteY5-48" fmla="*/ 24 h 10000"/>
              <a:gd name="connsiteX0-49" fmla="*/ 9 w 10708"/>
              <a:gd name="connsiteY0-50" fmla="*/ 24 h 10000"/>
              <a:gd name="connsiteX1-51" fmla="*/ 6574 w 10708"/>
              <a:gd name="connsiteY1-52" fmla="*/ 0 h 10000"/>
              <a:gd name="connsiteX2-53" fmla="*/ 10708 w 10708"/>
              <a:gd name="connsiteY2-54" fmla="*/ 4990 h 10000"/>
              <a:gd name="connsiteX3-55" fmla="*/ 6574 w 10708"/>
              <a:gd name="connsiteY3-56" fmla="*/ 9979 h 10000"/>
              <a:gd name="connsiteX4-57" fmla="*/ 0 w 10708"/>
              <a:gd name="connsiteY4-58" fmla="*/ 10000 h 10000"/>
              <a:gd name="connsiteX5-59" fmla="*/ 9 w 10708"/>
              <a:gd name="connsiteY5-60" fmla="*/ 24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708" h="10000">
                <a:moveTo>
                  <a:pt x="9" y="24"/>
                </a:moveTo>
                <a:lnTo>
                  <a:pt x="6574" y="0"/>
                </a:lnTo>
                <a:cubicBezTo>
                  <a:pt x="8857" y="0"/>
                  <a:pt x="10708" y="2234"/>
                  <a:pt x="10708" y="4990"/>
                </a:cubicBezTo>
                <a:cubicBezTo>
                  <a:pt x="10708" y="7745"/>
                  <a:pt x="8857" y="9979"/>
                  <a:pt x="6574" y="9979"/>
                </a:cubicBezTo>
                <a:lnTo>
                  <a:pt x="0" y="10000"/>
                </a:lnTo>
                <a:cubicBezTo>
                  <a:pt x="3" y="6675"/>
                  <a:pt x="6" y="3349"/>
                  <a:pt x="9" y="24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b="0">
                <a:latin typeface="Noto Sans TC" panose="020B0500000000000000" charset="-120"/>
                <a:ea typeface="Noto Sans TC" panose="020B0500000000000000" charset="-12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zh-CN" altLang="en-US" dirty="0"/>
              <a:t>單擊圖示插入圖片</a:t>
            </a:r>
            <a:endParaRPr kumimoji="1" lang="zh-CN" altLang="en-US" dirty="0"/>
          </a:p>
        </p:txBody>
      </p:sp>
      <p:sp>
        <p:nvSpPr>
          <p:cNvPr id="4" name="灯片编号占位符 9"/>
          <p:cNvSpPr>
            <a:spLocks noGrp="1"/>
          </p:cNvSpPr>
          <p:nvPr>
            <p:ph type="sldNum" sz="quarter" idx="18"/>
          </p:nvPr>
        </p:nvSpPr>
        <p:spPr>
          <a:xfrm>
            <a:off x="477520" y="6356350"/>
            <a:ext cx="473710" cy="365125"/>
          </a:xfrm>
        </p:spPr>
        <p:txBody>
          <a:bodyPr/>
          <a:lstStyle>
            <a:lvl1pPr algn="ctr">
              <a:defRPr sz="1000" b="0" i="0">
                <a:solidFill>
                  <a:srgbClr val="00AFF0"/>
                </a:solidFill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defRPr>
            </a:lvl1pPr>
          </a:lstStyle>
          <a:p>
            <a:fld id="{BFE79AAB-2B78-0C44-8B59-D0213C69E5D4}" type="slidenum">
              <a:rPr kumimoji="1" lang="zh-CN" altLang="en-US" smtClean="0"/>
            </a:fld>
            <a:endParaRPr kumimoji="1" lang="zh-CN" altLang="en-US" dirty="0"/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12205648" y="-3998"/>
            <a:ext cx="2676235" cy="6873074"/>
            <a:chOff x="12221980" y="-8098"/>
            <a:chExt cx="2676235" cy="6873074"/>
          </a:xfrm>
        </p:grpSpPr>
        <p:sp>
          <p:nvSpPr>
            <p:cNvPr id="18" name="矩形 17"/>
            <p:cNvSpPr/>
            <p:nvPr userDrawn="1"/>
          </p:nvSpPr>
          <p:spPr>
            <a:xfrm>
              <a:off x="12234618" y="-6159"/>
              <a:ext cx="779598" cy="779598"/>
            </a:xfrm>
            <a:prstGeom prst="rect">
              <a:avLst/>
            </a:prstGeom>
            <a:solidFill>
              <a:srgbClr val="00AF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#00AFF0</a:t>
              </a:r>
              <a:endParaRPr kumimoji="1" lang="en-US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19" name="矩形 18"/>
            <p:cNvSpPr/>
            <p:nvPr userDrawn="1"/>
          </p:nvSpPr>
          <p:spPr>
            <a:xfrm>
              <a:off x="12232575" y="773439"/>
              <a:ext cx="779598" cy="779598"/>
            </a:xfrm>
            <a:prstGeom prst="rect">
              <a:avLst/>
            </a:prstGeom>
            <a:solidFill>
              <a:srgbClr val="00006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#000064</a:t>
              </a:r>
              <a:endParaRPr kumimoji="1" lang="en-US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12232575" y="1553038"/>
              <a:ext cx="779598" cy="779598"/>
            </a:xfrm>
            <a:prstGeom prst="rect">
              <a:avLst/>
            </a:prstGeom>
            <a:solidFill>
              <a:srgbClr val="005A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GB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#005AFF</a:t>
              </a:r>
              <a:endParaRPr kumimoji="1" lang="en-GB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12232575" y="2332636"/>
              <a:ext cx="779598" cy="779598"/>
            </a:xfrm>
            <a:prstGeom prst="rect">
              <a:avLst/>
            </a:prstGeom>
            <a:solidFill>
              <a:srgbClr val="00E1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#00E1FF</a:t>
              </a:r>
              <a:endParaRPr kumimoji="1" lang="en-US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2" name="矩形 21"/>
            <p:cNvSpPr/>
            <p:nvPr userDrawn="1"/>
          </p:nvSpPr>
          <p:spPr>
            <a:xfrm>
              <a:off x="12221980" y="3745767"/>
              <a:ext cx="779598" cy="779598"/>
            </a:xfrm>
            <a:prstGeom prst="rect">
              <a:avLst/>
            </a:prstGeom>
            <a:solidFill>
              <a:srgbClr val="FF5A6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#FF5A6E</a:t>
              </a:r>
              <a:endParaRPr kumimoji="1" lang="en-US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3" name="矩形 22"/>
            <p:cNvSpPr/>
            <p:nvPr userDrawn="1"/>
          </p:nvSpPr>
          <p:spPr>
            <a:xfrm>
              <a:off x="12224891" y="4525366"/>
              <a:ext cx="779598" cy="779598"/>
            </a:xfrm>
            <a:prstGeom prst="rect">
              <a:avLst/>
            </a:prstGeom>
            <a:solidFill>
              <a:srgbClr val="FFD2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#FFD200</a:t>
              </a:r>
              <a:endParaRPr kumimoji="1" lang="en-US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4" name="矩形 23"/>
            <p:cNvSpPr/>
            <p:nvPr userDrawn="1"/>
          </p:nvSpPr>
          <p:spPr>
            <a:xfrm>
              <a:off x="12224891" y="5304964"/>
              <a:ext cx="779598" cy="779598"/>
            </a:xfrm>
            <a:prstGeom prst="rect">
              <a:avLst/>
            </a:prstGeom>
            <a:solidFill>
              <a:srgbClr val="14E69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#14E69B</a:t>
              </a:r>
              <a:endParaRPr kumimoji="1" lang="en-US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6" name="矩形 25"/>
            <p:cNvSpPr/>
            <p:nvPr userDrawn="1"/>
          </p:nvSpPr>
          <p:spPr>
            <a:xfrm>
              <a:off x="12221980" y="6084563"/>
              <a:ext cx="779598" cy="779598"/>
            </a:xfrm>
            <a:prstGeom prst="rect">
              <a:avLst/>
            </a:prstGeom>
            <a:solidFill>
              <a:srgbClr val="644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#6446FF</a:t>
              </a:r>
              <a:endParaRPr kumimoji="1" lang="en-US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7" name="矩形 26"/>
            <p:cNvSpPr/>
            <p:nvPr userDrawn="1"/>
          </p:nvSpPr>
          <p:spPr>
            <a:xfrm>
              <a:off x="13012173" y="-8098"/>
              <a:ext cx="1886042" cy="3119209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r>
                <a:rPr kumimoji="1" lang="en-US" altLang="zh-CN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PPT</a:t>
              </a:r>
              <a:r>
                <a:rPr kumimoji="1" lang="zh-CN" altLang="en-US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一級色彩</a:t>
              </a:r>
              <a:endParaRPr kumimoji="1" lang="en-US" altLang="zh-CN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  <a:p>
              <a:pPr algn="l"/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品牌色</a:t>
              </a:r>
              <a:r>
                <a:rPr kumimoji="1" lang="en-US" altLang="zh-CN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+</a:t>
              </a:r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三款同色系色彩</a:t>
              </a:r>
              <a:endPara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  <a:p>
              <a:pPr algn="l"/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用於標題、正文主要資訊及圖表的呈現</a:t>
              </a:r>
              <a:endPara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</p:txBody>
        </p:sp>
        <p:sp>
          <p:nvSpPr>
            <p:cNvPr id="28" name="矩形 27"/>
            <p:cNvSpPr/>
            <p:nvPr userDrawn="1"/>
          </p:nvSpPr>
          <p:spPr>
            <a:xfrm>
              <a:off x="13001578" y="3745767"/>
              <a:ext cx="1886042" cy="3119209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r>
                <a:rPr kumimoji="1" lang="en-US" altLang="zh-CN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PPT</a:t>
              </a:r>
              <a:r>
                <a:rPr kumimoji="1" lang="zh-CN" altLang="en-US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二級色彩</a:t>
              </a:r>
              <a:endParaRPr kumimoji="1" lang="en-US" altLang="zh-CN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  <a:p>
              <a:pPr algn="l"/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僅用於圖表中，起豐富視覺感受或點綴作用</a:t>
              </a:r>
              <a:endPara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</p:txBody>
        </p:sp>
      </p:grpSp>
      <p:sp>
        <p:nvSpPr>
          <p:cNvPr id="2" name="矩形 1"/>
          <p:cNvSpPr/>
          <p:nvPr userDrawn="1"/>
        </p:nvSpPr>
        <p:spPr>
          <a:xfrm>
            <a:off x="-2614247" y="744279"/>
            <a:ext cx="2592984" cy="611372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p>
            <a:pPr algn="l"/>
            <a:r>
              <a:rPr kumimoji="1" lang="en-US" altLang="zh-CN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PPT</a:t>
            </a:r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可用字體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  <a:sym typeface="+mn-ea"/>
              </a:rPr>
              <a:t>思源黑體 Noto Sans TC (Traditional Chinese)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標題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字重：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 Medium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字型大小：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32-34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色彩：黑色或品牌色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正文一級標題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字重：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 Regular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字型大小：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22-24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色彩：黑色或品牌色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正文二級標題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字重：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 Regular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字型大小：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18-20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色彩：黑色或右側上方色彩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正文內容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字重：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 Regular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字型大小：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14-16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色彩：黑色或右側上方色彩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注釋內容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字重：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 Light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字型大小：不得小於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10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色彩：黑色或右側上方色彩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正文統一為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間距：之前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5pt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行距：多倍行距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1.3</a:t>
            </a:r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倍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zh-CN" altLang="en-US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—三分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1" descr="D:\2024\品牌換新\images\BG.pngBG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-635" y="5080"/>
            <a:ext cx="12205970" cy="6859270"/>
          </a:xfrm>
          <a:prstGeom prst="rect">
            <a:avLst/>
          </a:prstGeom>
        </p:spPr>
      </p:pic>
      <p:sp>
        <p:nvSpPr>
          <p:cNvPr id="50" name="文本占位符 49"/>
          <p:cNvSpPr>
            <a:spLocks noGrp="1"/>
          </p:cNvSpPr>
          <p:nvPr>
            <p:ph type="body" sz="quarter" idx="10" hasCustomPrompt="1"/>
          </p:nvPr>
        </p:nvSpPr>
        <p:spPr>
          <a:xfrm>
            <a:off x="546100" y="570865"/>
            <a:ext cx="11022330" cy="522605"/>
          </a:xfrm>
        </p:spPr>
        <p:txBody>
          <a:bodyPr anchor="t">
            <a:noAutofit/>
          </a:bodyPr>
          <a:lstStyle>
            <a:lvl1pPr marL="0" indent="0">
              <a:buNone/>
              <a:defRPr sz="3400" b="0" i="0">
                <a:latin typeface="Noto Sans TC Medium" panose="020B0600000000000000" charset="-120"/>
                <a:ea typeface="Noto Sans TC Medium" panose="020B0600000000000000" charset="-120"/>
              </a:defRPr>
            </a:lvl1pPr>
          </a:lstStyle>
          <a:p>
            <a:pPr lvl="0"/>
            <a:r>
              <a:rPr kumimoji="1" lang="zh-CN" altLang="en-US" dirty="0"/>
              <a:t>單擊此處編輯內頁標題</a:t>
            </a:r>
            <a:endParaRPr kumimoji="1" lang="zh-CN" altLang="en-US" dirty="0"/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5" hasCustomPrompt="1"/>
          </p:nvPr>
        </p:nvSpPr>
        <p:spPr>
          <a:xfrm>
            <a:off x="544195" y="4682490"/>
            <a:ext cx="3583305" cy="311150"/>
          </a:xfrm>
        </p:spPr>
        <p:txBody>
          <a:bodyPr anchor="t">
            <a:normAutofit/>
          </a:bodyPr>
          <a:lstStyle>
            <a:lvl1pPr marL="0" indent="0">
              <a:buNone/>
              <a:defRPr sz="1200" b="0" i="0">
                <a:latin typeface="Noto Sans TC" panose="020B0500000000000000" charset="-120"/>
                <a:ea typeface="Noto Sans TC" panose="020B0500000000000000" charset="-120"/>
              </a:defRPr>
            </a:lvl1pPr>
          </a:lstStyle>
          <a:p>
            <a:pPr lvl="0"/>
            <a:r>
              <a:rPr kumimoji="1" lang="zh-CN" altLang="en-US" dirty="0"/>
              <a:t>單擊此處修改圖片說明</a:t>
            </a:r>
            <a:endParaRPr kumimoji="1" lang="zh-CN" altLang="en-US" dirty="0"/>
          </a:p>
        </p:txBody>
      </p:sp>
      <p:sp>
        <p:nvSpPr>
          <p:cNvPr id="18" name="文本占位符 24"/>
          <p:cNvSpPr>
            <a:spLocks noGrp="1"/>
          </p:cNvSpPr>
          <p:nvPr>
            <p:ph type="body" sz="quarter" idx="16" hasCustomPrompt="1"/>
          </p:nvPr>
        </p:nvSpPr>
        <p:spPr>
          <a:xfrm>
            <a:off x="544195" y="4903470"/>
            <a:ext cx="3583305" cy="342265"/>
          </a:xfrm>
        </p:spPr>
        <p:txBody>
          <a:bodyPr anchor="t">
            <a:normAutofit/>
          </a:bodyPr>
          <a:lstStyle>
            <a:lvl1pPr marL="0" indent="0">
              <a:buNone/>
              <a:defRPr sz="1200" b="0" i="0">
                <a:solidFill>
                  <a:srgbClr val="9E9E9E"/>
                </a:solidFill>
                <a:latin typeface="Noto Sans TC" panose="020B0500000000000000" charset="-120"/>
                <a:ea typeface="Noto Sans TC" panose="020B0500000000000000" charset="-120"/>
              </a:defRPr>
            </a:lvl1pPr>
          </a:lstStyle>
          <a:p>
            <a:pPr lvl="0"/>
            <a:r>
              <a:rPr kumimoji="1" lang="zh-CN" altLang="en-US" dirty="0"/>
              <a:t>附加簡短說明</a:t>
            </a:r>
            <a:endParaRPr kumimoji="1" lang="zh-CN" altLang="en-US" dirty="0"/>
          </a:p>
        </p:txBody>
      </p:sp>
      <p:sp>
        <p:nvSpPr>
          <p:cNvPr id="19" name="文本占位符 24"/>
          <p:cNvSpPr>
            <a:spLocks noGrp="1"/>
          </p:cNvSpPr>
          <p:nvPr>
            <p:ph type="body" sz="quarter" idx="17" hasCustomPrompt="1"/>
          </p:nvPr>
        </p:nvSpPr>
        <p:spPr>
          <a:xfrm>
            <a:off x="4262755" y="4682490"/>
            <a:ext cx="3576320" cy="318770"/>
          </a:xfrm>
        </p:spPr>
        <p:txBody>
          <a:bodyPr anchor="t">
            <a:normAutofit/>
          </a:bodyPr>
          <a:lstStyle>
            <a:lvl1pPr marL="0" indent="0">
              <a:buNone/>
              <a:defRPr sz="1200" b="0" i="0">
                <a:latin typeface="Noto Sans TC" panose="020B0500000000000000" charset="-120"/>
                <a:ea typeface="Noto Sans TC" panose="020B0500000000000000" charset="-120"/>
              </a:defRPr>
            </a:lvl1pPr>
          </a:lstStyle>
          <a:p>
            <a:pPr lvl="0"/>
            <a:r>
              <a:rPr kumimoji="1" lang="zh-CN" altLang="en-US" dirty="0"/>
              <a:t>單擊此處修改圖片說明</a:t>
            </a:r>
            <a:endParaRPr kumimoji="1" lang="zh-CN" altLang="en-US" dirty="0"/>
          </a:p>
        </p:txBody>
      </p:sp>
      <p:sp>
        <p:nvSpPr>
          <p:cNvPr id="21" name="文本占位符 24"/>
          <p:cNvSpPr>
            <a:spLocks noGrp="1"/>
          </p:cNvSpPr>
          <p:nvPr>
            <p:ph type="body" sz="quarter" idx="18" hasCustomPrompt="1"/>
          </p:nvPr>
        </p:nvSpPr>
        <p:spPr>
          <a:xfrm>
            <a:off x="4262755" y="4903470"/>
            <a:ext cx="3576320" cy="342265"/>
          </a:xfrm>
        </p:spPr>
        <p:txBody>
          <a:bodyPr anchor="t">
            <a:normAutofit/>
          </a:bodyPr>
          <a:lstStyle>
            <a:lvl1pPr marL="0" indent="0">
              <a:buNone/>
              <a:defRPr sz="1200" b="0" i="0">
                <a:solidFill>
                  <a:srgbClr val="9E9E9E"/>
                </a:solidFill>
                <a:latin typeface="Noto Sans TC" panose="020B0500000000000000" charset="-120"/>
                <a:ea typeface="Noto Sans TC" panose="020B0500000000000000" charset="-120"/>
              </a:defRPr>
            </a:lvl1pPr>
          </a:lstStyle>
          <a:p>
            <a:pPr lvl="0"/>
            <a:r>
              <a:rPr kumimoji="1" lang="zh-CN" altLang="en-US" dirty="0"/>
              <a:t>附加簡短說明</a:t>
            </a:r>
            <a:endParaRPr kumimoji="1" lang="zh-CN" altLang="en-US" dirty="0"/>
          </a:p>
        </p:txBody>
      </p:sp>
      <p:sp>
        <p:nvSpPr>
          <p:cNvPr id="22" name="文本占位符 24"/>
          <p:cNvSpPr>
            <a:spLocks noGrp="1"/>
          </p:cNvSpPr>
          <p:nvPr>
            <p:ph type="body" sz="quarter" idx="19" hasCustomPrompt="1"/>
          </p:nvPr>
        </p:nvSpPr>
        <p:spPr>
          <a:xfrm>
            <a:off x="7996555" y="4682490"/>
            <a:ext cx="3586480" cy="319405"/>
          </a:xfrm>
        </p:spPr>
        <p:txBody>
          <a:bodyPr anchor="t">
            <a:normAutofit/>
          </a:bodyPr>
          <a:lstStyle>
            <a:lvl1pPr marL="0" indent="0">
              <a:buNone/>
              <a:defRPr sz="1200" b="0" i="0">
                <a:latin typeface="Noto Sans TC" panose="020B0500000000000000" charset="-120"/>
                <a:ea typeface="Noto Sans TC" panose="020B0500000000000000" charset="-120"/>
              </a:defRPr>
            </a:lvl1pPr>
          </a:lstStyle>
          <a:p>
            <a:pPr lvl="0"/>
            <a:r>
              <a:rPr kumimoji="1" lang="zh-CN" altLang="en-US" dirty="0"/>
              <a:t>單擊此處修改圖片說明</a:t>
            </a:r>
            <a:endParaRPr kumimoji="1" lang="zh-CN" altLang="en-US" dirty="0"/>
          </a:p>
        </p:txBody>
      </p:sp>
      <p:sp>
        <p:nvSpPr>
          <p:cNvPr id="24" name="文本占位符 24"/>
          <p:cNvSpPr>
            <a:spLocks noGrp="1"/>
          </p:cNvSpPr>
          <p:nvPr>
            <p:ph type="body" sz="quarter" idx="20" hasCustomPrompt="1"/>
          </p:nvPr>
        </p:nvSpPr>
        <p:spPr>
          <a:xfrm>
            <a:off x="7996555" y="4903470"/>
            <a:ext cx="3586480" cy="342900"/>
          </a:xfrm>
        </p:spPr>
        <p:txBody>
          <a:bodyPr anchor="t">
            <a:normAutofit/>
          </a:bodyPr>
          <a:lstStyle>
            <a:lvl1pPr marL="0" indent="0">
              <a:buNone/>
              <a:defRPr sz="1200" b="0" i="0">
                <a:solidFill>
                  <a:srgbClr val="9E9E9E"/>
                </a:solidFill>
                <a:latin typeface="Noto Sans TC" panose="020B0500000000000000" charset="-120"/>
                <a:ea typeface="Noto Sans TC" panose="020B0500000000000000" charset="-120"/>
              </a:defRPr>
            </a:lvl1pPr>
          </a:lstStyle>
          <a:p>
            <a:pPr lvl="0"/>
            <a:r>
              <a:rPr kumimoji="1" lang="zh-CN" altLang="en-US" dirty="0"/>
              <a:t>附加簡短說明</a:t>
            </a:r>
            <a:endParaRPr kumimoji="1" lang="zh-CN" altLang="en-US" dirty="0"/>
          </a:p>
        </p:txBody>
      </p:sp>
      <p:sp>
        <p:nvSpPr>
          <p:cNvPr id="38" name="图片占位符 37"/>
          <p:cNvSpPr>
            <a:spLocks noGrp="1"/>
          </p:cNvSpPr>
          <p:nvPr>
            <p:ph type="pic" sz="quarter" idx="24" hasCustomPrompt="1"/>
          </p:nvPr>
        </p:nvSpPr>
        <p:spPr>
          <a:xfrm>
            <a:off x="642257" y="2376947"/>
            <a:ext cx="3485389" cy="2053537"/>
          </a:xfrm>
          <a:custGeom>
            <a:avLst/>
            <a:gdLst>
              <a:gd name="connsiteX0" fmla="*/ 0 w 3485389"/>
              <a:gd name="connsiteY0" fmla="*/ 0 h 2053537"/>
              <a:gd name="connsiteX1" fmla="*/ 3485389 w 3485389"/>
              <a:gd name="connsiteY1" fmla="*/ 0 h 2053537"/>
              <a:gd name="connsiteX2" fmla="*/ 3485389 w 3485389"/>
              <a:gd name="connsiteY2" fmla="*/ 2053537 h 2053537"/>
              <a:gd name="connsiteX3" fmla="*/ 0 w 3485389"/>
              <a:gd name="connsiteY3" fmla="*/ 2053537 h 2053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85389" h="2053537">
                <a:moveTo>
                  <a:pt x="0" y="0"/>
                </a:moveTo>
                <a:lnTo>
                  <a:pt x="3485389" y="0"/>
                </a:lnTo>
                <a:lnTo>
                  <a:pt x="3485389" y="2053537"/>
                </a:lnTo>
                <a:lnTo>
                  <a:pt x="0" y="205353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b="0">
                <a:latin typeface="Noto Sans TC" panose="020B0500000000000000" charset="-120"/>
                <a:ea typeface="Noto Sans TC" panose="020B0500000000000000" charset="-12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zh-CN" altLang="en-US" dirty="0"/>
              <a:t>單擊圖示插入圖片</a:t>
            </a:r>
            <a:endParaRPr kumimoji="1" lang="zh-CN" altLang="en-US" dirty="0"/>
          </a:p>
        </p:txBody>
      </p:sp>
      <p:sp>
        <p:nvSpPr>
          <p:cNvPr id="28" name="文本占位符 24"/>
          <p:cNvSpPr>
            <a:spLocks noGrp="1"/>
          </p:cNvSpPr>
          <p:nvPr>
            <p:ph type="body" sz="quarter" idx="21" hasCustomPrompt="1"/>
          </p:nvPr>
        </p:nvSpPr>
        <p:spPr>
          <a:xfrm>
            <a:off x="544101" y="5246675"/>
            <a:ext cx="3583545" cy="753627"/>
          </a:xfrm>
        </p:spPr>
        <p:txBody>
          <a:bodyPr anchor="t">
            <a:normAutofit/>
          </a:bodyPr>
          <a:lstStyle>
            <a:lvl1pPr marL="0" indent="0">
              <a:lnSpc>
                <a:spcPct val="110000"/>
              </a:lnSpc>
              <a:buNone/>
              <a:defRPr sz="1600" b="0">
                <a:solidFill>
                  <a:schemeClr val="tx1"/>
                </a:solidFill>
                <a:latin typeface="Noto Sans TC" panose="020B0500000000000000" charset="-120"/>
                <a:ea typeface="Noto Sans TC" panose="020B0500000000000000" charset="-120"/>
              </a:defRPr>
            </a:lvl1pPr>
          </a:lstStyle>
          <a:p>
            <a:pPr lvl="0"/>
            <a:r>
              <a:rPr kumimoji="1" lang="zh-CN" altLang="en-US"/>
              <a:t>單擊此處編輯正文內容</a:t>
            </a:r>
            <a:endParaRPr kumimoji="1" lang="zh-CN" altLang="en-US"/>
          </a:p>
        </p:txBody>
      </p:sp>
      <p:sp>
        <p:nvSpPr>
          <p:cNvPr id="31" name="文本占位符 24"/>
          <p:cNvSpPr>
            <a:spLocks noGrp="1"/>
          </p:cNvSpPr>
          <p:nvPr>
            <p:ph type="body" sz="quarter" idx="22" hasCustomPrompt="1"/>
          </p:nvPr>
        </p:nvSpPr>
        <p:spPr>
          <a:xfrm>
            <a:off x="4261336" y="5246675"/>
            <a:ext cx="3583545" cy="753627"/>
          </a:xfrm>
        </p:spPr>
        <p:txBody>
          <a:bodyPr anchor="t">
            <a:normAutofit/>
          </a:bodyPr>
          <a:lstStyle>
            <a:lvl1pPr marL="0" indent="0">
              <a:lnSpc>
                <a:spcPct val="110000"/>
              </a:lnSpc>
              <a:buNone/>
              <a:defRPr sz="1600" b="0">
                <a:solidFill>
                  <a:schemeClr val="tx1"/>
                </a:solidFill>
                <a:latin typeface="Noto Sans TC" panose="020B0500000000000000" charset="-120"/>
                <a:ea typeface="Noto Sans TC" panose="020B0500000000000000" charset="-120"/>
              </a:defRPr>
            </a:lvl1pPr>
          </a:lstStyle>
          <a:p>
            <a:pPr lvl="0"/>
            <a:r>
              <a:rPr kumimoji="1" lang="zh-CN" altLang="en-US" dirty="0"/>
              <a:t>單擊此處編輯正文內容</a:t>
            </a:r>
            <a:endParaRPr kumimoji="1" lang="zh-CN" altLang="en-US" dirty="0"/>
          </a:p>
        </p:txBody>
      </p:sp>
      <p:sp>
        <p:nvSpPr>
          <p:cNvPr id="32" name="文本占位符 24"/>
          <p:cNvSpPr>
            <a:spLocks noGrp="1"/>
          </p:cNvSpPr>
          <p:nvPr>
            <p:ph type="body" sz="quarter" idx="23" hasCustomPrompt="1"/>
          </p:nvPr>
        </p:nvSpPr>
        <p:spPr>
          <a:xfrm>
            <a:off x="7998449" y="5246675"/>
            <a:ext cx="3583545" cy="753627"/>
          </a:xfrm>
        </p:spPr>
        <p:txBody>
          <a:bodyPr anchor="t">
            <a:normAutofit/>
          </a:bodyPr>
          <a:lstStyle>
            <a:lvl1pPr marL="0" indent="0">
              <a:lnSpc>
                <a:spcPct val="110000"/>
              </a:lnSpc>
              <a:buNone/>
              <a:defRPr sz="1600" b="0">
                <a:solidFill>
                  <a:schemeClr val="tx1"/>
                </a:solidFill>
                <a:latin typeface="Noto Sans TC" panose="020B0500000000000000" charset="-120"/>
                <a:ea typeface="Noto Sans TC" panose="020B0500000000000000" charset="-120"/>
              </a:defRPr>
            </a:lvl1pPr>
          </a:lstStyle>
          <a:p>
            <a:pPr lvl="0"/>
            <a:r>
              <a:rPr kumimoji="1" lang="zh-CN" altLang="en-US" dirty="0"/>
              <a:t>單擊此處編輯正文內容</a:t>
            </a:r>
            <a:endParaRPr kumimoji="1" lang="zh-CN" altLang="en-US" dirty="0"/>
          </a:p>
        </p:txBody>
      </p:sp>
      <p:sp>
        <p:nvSpPr>
          <p:cNvPr id="40" name="文本框 39"/>
          <p:cNvSpPr txBox="1"/>
          <p:nvPr userDrawn="1"/>
        </p:nvSpPr>
        <p:spPr>
          <a:xfrm>
            <a:off x="5834270" y="-506896"/>
            <a:ext cx="247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 </a:t>
            </a:r>
            <a:endParaRPr kumimoji="1" lang="zh-CN" altLang="en-US" dirty="0"/>
          </a:p>
        </p:txBody>
      </p:sp>
      <p:sp>
        <p:nvSpPr>
          <p:cNvPr id="41" name="图片占位符 40"/>
          <p:cNvSpPr>
            <a:spLocks noGrp="1"/>
          </p:cNvSpPr>
          <p:nvPr>
            <p:ph type="pic" sz="quarter" idx="26" hasCustomPrompt="1"/>
          </p:nvPr>
        </p:nvSpPr>
        <p:spPr>
          <a:xfrm>
            <a:off x="4359492" y="2376947"/>
            <a:ext cx="3485389" cy="2053537"/>
          </a:xfrm>
          <a:custGeom>
            <a:avLst/>
            <a:gdLst>
              <a:gd name="connsiteX0" fmla="*/ 0 w 3485389"/>
              <a:gd name="connsiteY0" fmla="*/ 0 h 2053537"/>
              <a:gd name="connsiteX1" fmla="*/ 3485389 w 3485389"/>
              <a:gd name="connsiteY1" fmla="*/ 0 h 2053537"/>
              <a:gd name="connsiteX2" fmla="*/ 3485389 w 3485389"/>
              <a:gd name="connsiteY2" fmla="*/ 2053537 h 2053537"/>
              <a:gd name="connsiteX3" fmla="*/ 0 w 3485389"/>
              <a:gd name="connsiteY3" fmla="*/ 2053537 h 2053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85389" h="2053537">
                <a:moveTo>
                  <a:pt x="0" y="0"/>
                </a:moveTo>
                <a:lnTo>
                  <a:pt x="3485389" y="0"/>
                </a:lnTo>
                <a:lnTo>
                  <a:pt x="3485389" y="2053537"/>
                </a:lnTo>
                <a:lnTo>
                  <a:pt x="0" y="205353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b="0">
                <a:latin typeface="Noto Sans TC" panose="020B0500000000000000" charset="-120"/>
                <a:ea typeface="Noto Sans TC" panose="020B0500000000000000" charset="-12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zh-CN" altLang="en-US" dirty="0"/>
              <a:t>單擊圖示插入圖片</a:t>
            </a:r>
            <a:endParaRPr kumimoji="1" lang="zh-CN" altLang="en-US" dirty="0"/>
          </a:p>
        </p:txBody>
      </p:sp>
      <p:sp>
        <p:nvSpPr>
          <p:cNvPr id="46" name="矩形 45"/>
          <p:cNvSpPr/>
          <p:nvPr userDrawn="1"/>
        </p:nvSpPr>
        <p:spPr>
          <a:xfrm>
            <a:off x="-2614247" y="0"/>
            <a:ext cx="2592983" cy="723013"/>
          </a:xfrm>
          <a:prstGeom prst="rect">
            <a:avLst/>
          </a:prstGeom>
          <a:solidFill>
            <a:srgbClr val="FF5A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使用該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PPT</a:t>
            </a:r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模版，請嚴格遵循母版中所展示的字體、色彩、圖形等規範，勿隨意修改母版結構。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28" hasCustomPrompt="1"/>
          </p:nvPr>
        </p:nvSpPr>
        <p:spPr>
          <a:xfrm>
            <a:off x="8077417" y="2377582"/>
            <a:ext cx="3485389" cy="2053537"/>
          </a:xfrm>
          <a:custGeom>
            <a:avLst/>
            <a:gdLst>
              <a:gd name="connsiteX0" fmla="*/ 0 w 3485389"/>
              <a:gd name="connsiteY0" fmla="*/ 0 h 2053537"/>
              <a:gd name="connsiteX1" fmla="*/ 3485389 w 3485389"/>
              <a:gd name="connsiteY1" fmla="*/ 0 h 2053537"/>
              <a:gd name="connsiteX2" fmla="*/ 3485389 w 3485389"/>
              <a:gd name="connsiteY2" fmla="*/ 2053537 h 2053537"/>
              <a:gd name="connsiteX3" fmla="*/ 0 w 3485389"/>
              <a:gd name="connsiteY3" fmla="*/ 2053537 h 2053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85389" h="2053537">
                <a:moveTo>
                  <a:pt x="0" y="0"/>
                </a:moveTo>
                <a:lnTo>
                  <a:pt x="3485389" y="0"/>
                </a:lnTo>
                <a:lnTo>
                  <a:pt x="3485389" y="2053537"/>
                </a:lnTo>
                <a:lnTo>
                  <a:pt x="0" y="205353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b="0">
                <a:latin typeface="Noto Sans TC" panose="020B0500000000000000" charset="-120"/>
                <a:ea typeface="Noto Sans TC" panose="020B0500000000000000" charset="-12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zh-CN" altLang="en-US" dirty="0"/>
              <a:t>單擊圖示插入圖片</a:t>
            </a:r>
            <a:endParaRPr kumimoji="1" lang="zh-CN" altLang="en-US" dirty="0"/>
          </a:p>
        </p:txBody>
      </p:sp>
      <p:sp>
        <p:nvSpPr>
          <p:cNvPr id="8" name="灯片编号占位符 9"/>
          <p:cNvSpPr>
            <a:spLocks noGrp="1"/>
          </p:cNvSpPr>
          <p:nvPr userDrawn="1"/>
        </p:nvSpPr>
        <p:spPr>
          <a:xfrm>
            <a:off x="477520" y="6356350"/>
            <a:ext cx="473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0" i="0">
                <a:solidFill>
                  <a:srgbClr val="00AFF0"/>
                </a:solidFill>
                <a:latin typeface="Microsoft YaHei Regular" panose="020B0703020204020201" charset="-122"/>
                <a:ea typeface="Microsoft YaHei Regular" panose="020B0703020204020201" charset="-122"/>
                <a:cs typeface="Noto Sans" panose="020B0502040504090204" pitchFamily="34" charset="0"/>
              </a:defRPr>
            </a:lvl1pPr>
          </a:lstStyle>
          <a:p>
            <a:fld id="{BFE79AAB-2B78-0C44-8B59-D0213C69E5D4}" type="slidenum">
              <a:rPr kumimoji="1" lang="zh-CN" altLang="en-US" smtClean="0">
                <a:latin typeface="Noto Sans TC" panose="020B0500000000000000" charset="-120"/>
                <a:ea typeface="Noto Sans TC" panose="020B0500000000000000" charset="-120"/>
              </a:rPr>
            </a:fld>
            <a:endParaRPr kumimoji="1" lang="zh-CN" altLang="en-US" dirty="0" smtClean="0">
              <a:latin typeface="Noto Sans TC" panose="020B0500000000000000" charset="-120"/>
              <a:ea typeface="Noto Sans TC" panose="020B0500000000000000" charset="-120"/>
            </a:endParaRPr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12205648" y="-3998"/>
            <a:ext cx="2676235" cy="6873074"/>
            <a:chOff x="12221980" y="-8098"/>
            <a:chExt cx="2676235" cy="6873074"/>
          </a:xfrm>
        </p:grpSpPr>
        <p:sp>
          <p:nvSpPr>
            <p:cNvPr id="17" name="矩形 16"/>
            <p:cNvSpPr/>
            <p:nvPr userDrawn="1"/>
          </p:nvSpPr>
          <p:spPr>
            <a:xfrm>
              <a:off x="12234618" y="-6159"/>
              <a:ext cx="779598" cy="779598"/>
            </a:xfrm>
            <a:prstGeom prst="rect">
              <a:avLst/>
            </a:prstGeom>
            <a:solidFill>
              <a:srgbClr val="00AF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#00AFF0</a:t>
              </a:r>
              <a:endParaRPr kumimoji="1" lang="en-US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12232575" y="773439"/>
              <a:ext cx="779598" cy="779598"/>
            </a:xfrm>
            <a:prstGeom prst="rect">
              <a:avLst/>
            </a:prstGeom>
            <a:solidFill>
              <a:srgbClr val="00006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#000064</a:t>
              </a:r>
              <a:endParaRPr kumimoji="1" lang="en-US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3" name="矩形 22"/>
            <p:cNvSpPr/>
            <p:nvPr userDrawn="1"/>
          </p:nvSpPr>
          <p:spPr>
            <a:xfrm>
              <a:off x="12232575" y="1553038"/>
              <a:ext cx="779598" cy="779598"/>
            </a:xfrm>
            <a:prstGeom prst="rect">
              <a:avLst/>
            </a:prstGeom>
            <a:solidFill>
              <a:srgbClr val="005A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GB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#005AFF</a:t>
              </a:r>
              <a:endParaRPr kumimoji="1" lang="en-GB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6" name="矩形 25"/>
            <p:cNvSpPr/>
            <p:nvPr userDrawn="1"/>
          </p:nvSpPr>
          <p:spPr>
            <a:xfrm>
              <a:off x="12232575" y="2332636"/>
              <a:ext cx="779598" cy="779598"/>
            </a:xfrm>
            <a:prstGeom prst="rect">
              <a:avLst/>
            </a:prstGeom>
            <a:solidFill>
              <a:srgbClr val="00E1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#00E1FF</a:t>
              </a:r>
              <a:endParaRPr kumimoji="1" lang="en-US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7" name="矩形 26"/>
            <p:cNvSpPr/>
            <p:nvPr userDrawn="1"/>
          </p:nvSpPr>
          <p:spPr>
            <a:xfrm>
              <a:off x="12221980" y="3745767"/>
              <a:ext cx="779598" cy="779598"/>
            </a:xfrm>
            <a:prstGeom prst="rect">
              <a:avLst/>
            </a:prstGeom>
            <a:solidFill>
              <a:srgbClr val="FF5A6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#FF5A6E</a:t>
              </a:r>
              <a:endParaRPr kumimoji="1" lang="en-US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9" name="矩形 28"/>
            <p:cNvSpPr/>
            <p:nvPr userDrawn="1"/>
          </p:nvSpPr>
          <p:spPr>
            <a:xfrm>
              <a:off x="12224891" y="4525366"/>
              <a:ext cx="779598" cy="779598"/>
            </a:xfrm>
            <a:prstGeom prst="rect">
              <a:avLst/>
            </a:prstGeom>
            <a:solidFill>
              <a:srgbClr val="FFD2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#FFD200</a:t>
              </a:r>
              <a:endParaRPr kumimoji="1" lang="en-US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30" name="矩形 29"/>
            <p:cNvSpPr/>
            <p:nvPr userDrawn="1"/>
          </p:nvSpPr>
          <p:spPr>
            <a:xfrm>
              <a:off x="12224891" y="5304964"/>
              <a:ext cx="779598" cy="779598"/>
            </a:xfrm>
            <a:prstGeom prst="rect">
              <a:avLst/>
            </a:prstGeom>
            <a:solidFill>
              <a:srgbClr val="14E69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#14E69B</a:t>
              </a:r>
              <a:endParaRPr kumimoji="1" lang="en-US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33" name="矩形 32"/>
            <p:cNvSpPr/>
            <p:nvPr userDrawn="1"/>
          </p:nvSpPr>
          <p:spPr>
            <a:xfrm>
              <a:off x="12221980" y="6084563"/>
              <a:ext cx="779598" cy="779598"/>
            </a:xfrm>
            <a:prstGeom prst="rect">
              <a:avLst/>
            </a:prstGeom>
            <a:solidFill>
              <a:srgbClr val="644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#6446FF</a:t>
              </a:r>
              <a:endParaRPr kumimoji="1" lang="en-US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34" name="矩形 33"/>
            <p:cNvSpPr/>
            <p:nvPr userDrawn="1"/>
          </p:nvSpPr>
          <p:spPr>
            <a:xfrm>
              <a:off x="13012173" y="-8098"/>
              <a:ext cx="1886042" cy="3119209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r>
                <a:rPr kumimoji="1" lang="en-US" altLang="zh-CN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PPT</a:t>
              </a:r>
              <a:r>
                <a:rPr kumimoji="1" lang="zh-CN" altLang="en-US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一級色彩</a:t>
              </a:r>
              <a:endParaRPr kumimoji="1" lang="en-US" altLang="zh-CN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  <a:p>
              <a:pPr algn="l"/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品牌色</a:t>
              </a:r>
              <a:r>
                <a:rPr kumimoji="1" lang="en-US" altLang="zh-CN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+</a:t>
              </a:r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三款同色系色彩</a:t>
              </a:r>
              <a:endPara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  <a:p>
              <a:pPr algn="l"/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用於標題、正文主要資訊及圖表的呈現</a:t>
              </a:r>
              <a:endPara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</p:txBody>
        </p:sp>
        <p:sp>
          <p:nvSpPr>
            <p:cNvPr id="35" name="矩形 34"/>
            <p:cNvSpPr/>
            <p:nvPr userDrawn="1"/>
          </p:nvSpPr>
          <p:spPr>
            <a:xfrm>
              <a:off x="13001578" y="3745767"/>
              <a:ext cx="1886042" cy="3119209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r>
                <a:rPr kumimoji="1" lang="en-US" altLang="zh-CN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PPT</a:t>
              </a:r>
              <a:r>
                <a:rPr kumimoji="1" lang="zh-CN" altLang="en-US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二級色彩</a:t>
              </a:r>
              <a:endParaRPr kumimoji="1" lang="en-US" altLang="zh-CN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  <a:p>
              <a:pPr algn="l"/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僅用於圖表中，起豐富視覺感受或點綴作用</a:t>
              </a:r>
              <a:endPara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</p:txBody>
        </p:sp>
      </p:grpSp>
      <p:sp>
        <p:nvSpPr>
          <p:cNvPr id="4" name="矩形 3"/>
          <p:cNvSpPr/>
          <p:nvPr userDrawn="1"/>
        </p:nvSpPr>
        <p:spPr>
          <a:xfrm>
            <a:off x="-2614247" y="744279"/>
            <a:ext cx="2592984" cy="611372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kumimoji="1" lang="en-US" altLang="zh-CN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PPT</a:t>
            </a:r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可用字體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  <a:sym typeface="+mn-ea"/>
              </a:rPr>
              <a:t>思源黑體 Noto Sans TC (Traditional Chinese)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標題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字重：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 Medium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字型大小：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32-34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色彩：黑色或品牌色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正文一級標題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字重：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 Regular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字型大小：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22-24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色彩：黑色或品牌色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正文二級標題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字重：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 Regular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字型大小：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18-20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色彩：黑色或右側上方色彩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正文內容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字重：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 Regular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字型大小：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14-16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色彩：黑色或右側上方色彩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注釋內容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字重：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 Light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字型大小：不得小於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10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色彩：黑色或右側上方色彩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正文統一為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間距：之前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5pt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行距：多倍行距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1.3</a:t>
            </a:r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倍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zh-CN" altLang="en-US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—满版底图">
    <p:bg>
      <p:bgPr>
        <a:solidFill>
          <a:srgbClr val="0000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4" descr="D:\2024\品牌換新\images\BG2.pngBG2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15240" y="-13335"/>
            <a:ext cx="12189460" cy="6856730"/>
          </a:xfrm>
          <a:prstGeom prst="rect">
            <a:avLst/>
          </a:prstGeom>
        </p:spPr>
      </p:pic>
      <p:sp>
        <p:nvSpPr>
          <p:cNvPr id="2" name="图片占位符 1"/>
          <p:cNvSpPr>
            <a:spLocks noGrp="1"/>
          </p:cNvSpPr>
          <p:nvPr>
            <p:ph type="pic" sz="quarter" idx="24" hasCustomPrompt="1"/>
          </p:nvPr>
        </p:nvSpPr>
        <p:spPr>
          <a:xfrm>
            <a:off x="1" y="-8099"/>
            <a:ext cx="12205794" cy="6866099"/>
          </a:xfrm>
          <a:custGeom>
            <a:avLst/>
            <a:gdLst>
              <a:gd name="connsiteX0" fmla="*/ 0 w 3485389"/>
              <a:gd name="connsiteY0" fmla="*/ 0 h 2053537"/>
              <a:gd name="connsiteX1" fmla="*/ 3485389 w 3485389"/>
              <a:gd name="connsiteY1" fmla="*/ 0 h 2053537"/>
              <a:gd name="connsiteX2" fmla="*/ 3485389 w 3485389"/>
              <a:gd name="connsiteY2" fmla="*/ 2053537 h 2053537"/>
              <a:gd name="connsiteX3" fmla="*/ 0 w 3485389"/>
              <a:gd name="connsiteY3" fmla="*/ 2053537 h 2053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85389" h="2053537">
                <a:moveTo>
                  <a:pt x="0" y="0"/>
                </a:moveTo>
                <a:lnTo>
                  <a:pt x="3485389" y="0"/>
                </a:lnTo>
                <a:lnTo>
                  <a:pt x="3485389" y="2053537"/>
                </a:lnTo>
                <a:lnTo>
                  <a:pt x="0" y="205353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</a:defRPr>
            </a:lvl1pPr>
          </a:lstStyle>
          <a:p>
            <a:r>
              <a:rPr kumimoji="1" lang="zh-CN" altLang="en-US" dirty="0"/>
              <a:t>單擊圖示插入圖片</a:t>
            </a:r>
            <a:endParaRPr kumimoji="1" lang="zh-CN" altLang="en-US" dirty="0"/>
          </a:p>
        </p:txBody>
      </p:sp>
      <p:sp>
        <p:nvSpPr>
          <p:cNvPr id="50" name="文本占位符 49"/>
          <p:cNvSpPr>
            <a:spLocks noGrp="1"/>
          </p:cNvSpPr>
          <p:nvPr>
            <p:ph type="body" sz="quarter" idx="10" hasCustomPrompt="1"/>
          </p:nvPr>
        </p:nvSpPr>
        <p:spPr>
          <a:xfrm>
            <a:off x="546100" y="570865"/>
            <a:ext cx="11019600" cy="522605"/>
          </a:xfrm>
        </p:spPr>
        <p:txBody>
          <a:bodyPr anchor="t">
            <a:noAutofit/>
          </a:bodyPr>
          <a:lstStyle>
            <a:lvl1pPr marL="0" indent="0">
              <a:buNone/>
              <a:defRPr sz="3400" b="0" i="0">
                <a:solidFill>
                  <a:schemeClr val="bg1"/>
                </a:solidFill>
                <a:latin typeface="Noto Sans TC Medium" panose="020B0600000000000000" charset="-120"/>
                <a:ea typeface="Noto Sans TC Medium" panose="020B0600000000000000" charset="-120"/>
              </a:defRPr>
            </a:lvl1pPr>
          </a:lstStyle>
          <a:p>
            <a:pPr lvl="0"/>
            <a:r>
              <a:rPr kumimoji="1" lang="zh-CN" altLang="en-US" dirty="0"/>
              <a:t>單擊此處編輯內頁標題</a:t>
            </a:r>
            <a:endParaRPr kumimoji="1" lang="zh-CN" altLang="en-US" dirty="0"/>
          </a:p>
        </p:txBody>
      </p:sp>
      <p:sp>
        <p:nvSpPr>
          <p:cNvPr id="34" name="矩形 33"/>
          <p:cNvSpPr/>
          <p:nvPr userDrawn="1"/>
        </p:nvSpPr>
        <p:spPr>
          <a:xfrm>
            <a:off x="-2614247" y="0"/>
            <a:ext cx="2592983" cy="723013"/>
          </a:xfrm>
          <a:prstGeom prst="rect">
            <a:avLst/>
          </a:prstGeom>
          <a:solidFill>
            <a:srgbClr val="FF5A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使用該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PPT</a:t>
            </a:r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模版，請嚴格遵循母版中所展示的字體、色彩、圖形等規範，勿隨意修改母版結構。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</p:txBody>
      </p:sp>
      <p:sp>
        <p:nvSpPr>
          <p:cNvPr id="5" name="灯片编号占位符 9"/>
          <p:cNvSpPr>
            <a:spLocks noGrp="1"/>
          </p:cNvSpPr>
          <p:nvPr>
            <p:ph type="sldNum" sz="quarter" idx="18"/>
          </p:nvPr>
        </p:nvSpPr>
        <p:spPr>
          <a:xfrm>
            <a:off x="477520" y="6356350"/>
            <a:ext cx="473710" cy="365125"/>
          </a:xfrm>
        </p:spPr>
        <p:txBody>
          <a:bodyPr/>
          <a:lstStyle>
            <a:lvl1pPr algn="ctr">
              <a:defRPr sz="1000" b="0" i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defRPr>
            </a:lvl1pPr>
          </a:lstStyle>
          <a:p>
            <a:fld id="{BFE79AAB-2B78-0C44-8B59-D0213C69E5D4}" type="slidenum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-2614247" y="744279"/>
            <a:ext cx="2592984" cy="611372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kumimoji="1" lang="en-US" altLang="zh-CN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PPT</a:t>
            </a:r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可用字體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  <a:sym typeface="+mn-ea"/>
              </a:rPr>
              <a:t>思源黑體 Noto Sans TC (Traditional Chinese)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標題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字重：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 Medium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字型大小：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32-34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色彩：反白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正文一級標題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字重：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 Regular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字型大小：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22-24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色彩：反白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正文二級標題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字重：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 Regular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字型大小：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18-20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色彩：反白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正文內容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字重：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 Regular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字型大小：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14-16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色彩：反白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注釋內容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字重：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 Light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字型大小：不得小於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10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色彩：反白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正文統一為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間距：之前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5pt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行距：多倍行距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1.3</a:t>
            </a:r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倍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zh-CN" altLang="en-US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12205648" y="-3998"/>
            <a:ext cx="2676235" cy="6873074"/>
            <a:chOff x="12221980" y="-8098"/>
            <a:chExt cx="2676235" cy="6873074"/>
          </a:xfrm>
        </p:grpSpPr>
        <p:sp>
          <p:nvSpPr>
            <p:cNvPr id="18" name="矩形 17"/>
            <p:cNvSpPr/>
            <p:nvPr userDrawn="1"/>
          </p:nvSpPr>
          <p:spPr>
            <a:xfrm>
              <a:off x="12234618" y="-6159"/>
              <a:ext cx="779598" cy="779598"/>
            </a:xfrm>
            <a:prstGeom prst="rect">
              <a:avLst/>
            </a:prstGeom>
            <a:solidFill>
              <a:srgbClr val="00AF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#00AFF0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19" name="矩形 18"/>
            <p:cNvSpPr/>
            <p:nvPr userDrawn="1"/>
          </p:nvSpPr>
          <p:spPr>
            <a:xfrm>
              <a:off x="12232575" y="773439"/>
              <a:ext cx="779598" cy="779598"/>
            </a:xfrm>
            <a:prstGeom prst="rect">
              <a:avLst/>
            </a:prstGeom>
            <a:solidFill>
              <a:srgbClr val="00006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#000064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12232575" y="1553038"/>
              <a:ext cx="779598" cy="779598"/>
            </a:xfrm>
            <a:prstGeom prst="rect">
              <a:avLst/>
            </a:prstGeom>
            <a:solidFill>
              <a:srgbClr val="005A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GB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#005AFF</a:t>
              </a:r>
              <a:endParaRPr kumimoji="1" lang="en-GB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12232575" y="2332636"/>
              <a:ext cx="779598" cy="779598"/>
            </a:xfrm>
            <a:prstGeom prst="rect">
              <a:avLst/>
            </a:prstGeom>
            <a:solidFill>
              <a:srgbClr val="00E1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#00E1FF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2" name="矩形 21"/>
            <p:cNvSpPr/>
            <p:nvPr userDrawn="1"/>
          </p:nvSpPr>
          <p:spPr>
            <a:xfrm>
              <a:off x="12221980" y="3745767"/>
              <a:ext cx="779598" cy="779598"/>
            </a:xfrm>
            <a:prstGeom prst="rect">
              <a:avLst/>
            </a:prstGeom>
            <a:solidFill>
              <a:srgbClr val="FF5A6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#FF5A6E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3" name="矩形 22"/>
            <p:cNvSpPr/>
            <p:nvPr userDrawn="1"/>
          </p:nvSpPr>
          <p:spPr>
            <a:xfrm>
              <a:off x="12224891" y="4525366"/>
              <a:ext cx="779598" cy="779598"/>
            </a:xfrm>
            <a:prstGeom prst="rect">
              <a:avLst/>
            </a:prstGeom>
            <a:solidFill>
              <a:srgbClr val="FFD2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#FFD200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4" name="矩形 23"/>
            <p:cNvSpPr/>
            <p:nvPr userDrawn="1"/>
          </p:nvSpPr>
          <p:spPr>
            <a:xfrm>
              <a:off x="12224891" y="5304964"/>
              <a:ext cx="779598" cy="779598"/>
            </a:xfrm>
            <a:prstGeom prst="rect">
              <a:avLst/>
            </a:prstGeom>
            <a:solidFill>
              <a:srgbClr val="14E69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#14E69B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5" name="矩形 24"/>
            <p:cNvSpPr/>
            <p:nvPr userDrawn="1"/>
          </p:nvSpPr>
          <p:spPr>
            <a:xfrm>
              <a:off x="12221980" y="6084563"/>
              <a:ext cx="779598" cy="779598"/>
            </a:xfrm>
            <a:prstGeom prst="rect">
              <a:avLst/>
            </a:prstGeom>
            <a:solidFill>
              <a:srgbClr val="644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#6446FF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6" name="矩形 25"/>
            <p:cNvSpPr/>
            <p:nvPr userDrawn="1"/>
          </p:nvSpPr>
          <p:spPr>
            <a:xfrm>
              <a:off x="13012173" y="-8098"/>
              <a:ext cx="1886042" cy="3119209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r>
                <a:rPr kumimoji="1" lang="en-US" altLang="zh-CN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PPT</a:t>
              </a:r>
              <a:r>
                <a:rPr kumimoji="1" lang="zh-CN" altLang="en-US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一級色彩</a:t>
              </a:r>
              <a:endParaRPr kumimoji="1" lang="en-US" altLang="zh-CN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  <a:p>
              <a:pPr algn="l"/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品牌色</a:t>
              </a:r>
              <a:r>
                <a:rPr kumimoji="1" lang="en-US" altLang="zh-CN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+</a:t>
              </a:r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三款同色系色彩</a:t>
              </a:r>
              <a:endPara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  <a:p>
              <a:pPr algn="l"/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用於標題、正文主要資訊及圖表的呈現</a:t>
              </a:r>
              <a:endPara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</p:txBody>
        </p:sp>
        <p:sp>
          <p:nvSpPr>
            <p:cNvPr id="27" name="矩形 26"/>
            <p:cNvSpPr/>
            <p:nvPr userDrawn="1"/>
          </p:nvSpPr>
          <p:spPr>
            <a:xfrm>
              <a:off x="13001578" y="3745767"/>
              <a:ext cx="1886042" cy="3119209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r>
                <a:rPr kumimoji="1" lang="en-US" altLang="zh-CN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PPT</a:t>
              </a:r>
              <a:r>
                <a:rPr kumimoji="1" lang="zh-CN" altLang="en-US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二級色彩</a:t>
              </a:r>
              <a:endParaRPr kumimoji="1" lang="en-US" altLang="zh-CN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  <a:p>
              <a:pPr algn="l"/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僅用於圖表中，起豐富視覺感受或點綴作用</a:t>
              </a:r>
              <a:endPara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—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1" descr="D:\2024\品牌換新\images\BG.pngBG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-635" y="5080"/>
            <a:ext cx="12205970" cy="6859270"/>
          </a:xfrm>
          <a:prstGeom prst="rect">
            <a:avLst/>
          </a:prstGeom>
        </p:spPr>
      </p:pic>
      <p:sp>
        <p:nvSpPr>
          <p:cNvPr id="50" name="文本占位符 49"/>
          <p:cNvSpPr>
            <a:spLocks noGrp="1"/>
          </p:cNvSpPr>
          <p:nvPr>
            <p:ph type="body" sz="quarter" idx="10" hasCustomPrompt="1"/>
          </p:nvPr>
        </p:nvSpPr>
        <p:spPr>
          <a:xfrm>
            <a:off x="545809" y="571074"/>
            <a:ext cx="11019600" cy="522713"/>
          </a:xfrm>
        </p:spPr>
        <p:txBody>
          <a:bodyPr anchor="t">
            <a:noAutofit/>
          </a:bodyPr>
          <a:lstStyle>
            <a:lvl1pPr marL="0" indent="0">
              <a:buNone/>
              <a:defRPr sz="3400" b="0" i="0">
                <a:latin typeface="Noto Sans TC Medium" panose="020B0600000000000000" charset="-120"/>
                <a:ea typeface="Noto Sans TC Medium" panose="020B0600000000000000" charset="-120"/>
              </a:defRPr>
            </a:lvl1pPr>
          </a:lstStyle>
          <a:p>
            <a:pPr lvl="0"/>
            <a:r>
              <a:rPr kumimoji="1" lang="zh-CN" altLang="en-US" dirty="0"/>
              <a:t>單擊此處編輯內頁標題</a:t>
            </a:r>
            <a:endParaRPr kumimoji="1" lang="zh-CN" altLang="en-US" dirty="0"/>
          </a:p>
        </p:txBody>
      </p:sp>
      <p:sp>
        <p:nvSpPr>
          <p:cNvPr id="40" name="文本框 39"/>
          <p:cNvSpPr txBox="1"/>
          <p:nvPr userDrawn="1"/>
        </p:nvSpPr>
        <p:spPr>
          <a:xfrm>
            <a:off x="5834270" y="-506896"/>
            <a:ext cx="247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 </a:t>
            </a:r>
            <a:endParaRPr kumimoji="1" lang="zh-CN" altLang="en-US" dirty="0"/>
          </a:p>
        </p:txBody>
      </p:sp>
      <p:sp>
        <p:nvSpPr>
          <p:cNvPr id="33" name="矩形 32"/>
          <p:cNvSpPr/>
          <p:nvPr userDrawn="1"/>
        </p:nvSpPr>
        <p:spPr>
          <a:xfrm>
            <a:off x="-2614247" y="0"/>
            <a:ext cx="2592983" cy="723013"/>
          </a:xfrm>
          <a:prstGeom prst="rect">
            <a:avLst/>
          </a:prstGeom>
          <a:solidFill>
            <a:srgbClr val="FF5A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使用該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PPT</a:t>
            </a:r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模版，請嚴格遵循母版中所展示的字體、色彩、圖形等規範，勿隨意修改母版結構。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8"/>
          </p:nvPr>
        </p:nvSpPr>
        <p:spPr>
          <a:xfrm>
            <a:off x="477520" y="6356350"/>
            <a:ext cx="473710" cy="365125"/>
          </a:xfrm>
        </p:spPr>
        <p:txBody>
          <a:bodyPr/>
          <a:lstStyle>
            <a:lvl1pPr algn="ctr">
              <a:defRPr sz="1000" b="0" i="0">
                <a:solidFill>
                  <a:srgbClr val="00AFF0"/>
                </a:solidFill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defRPr>
            </a:lvl1pPr>
          </a:lstStyle>
          <a:p>
            <a:fld id="{BFE79AAB-2B78-0C44-8B59-D0213C69E5D4}" type="slidenum">
              <a:rPr kumimoji="1" lang="zh-CN" altLang="en-US" smtClean="0"/>
            </a:fld>
            <a:endParaRPr kumimoji="1" lang="zh-CN" altLang="en-US" dirty="0"/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12205648" y="-3998"/>
            <a:ext cx="2676235" cy="6873074"/>
            <a:chOff x="12221980" y="-8098"/>
            <a:chExt cx="2676235" cy="6873074"/>
          </a:xfrm>
        </p:grpSpPr>
        <p:sp>
          <p:nvSpPr>
            <p:cNvPr id="16" name="矩形 15"/>
            <p:cNvSpPr/>
            <p:nvPr userDrawn="1"/>
          </p:nvSpPr>
          <p:spPr>
            <a:xfrm>
              <a:off x="12234618" y="-6159"/>
              <a:ext cx="779598" cy="779598"/>
            </a:xfrm>
            <a:prstGeom prst="rect">
              <a:avLst/>
            </a:prstGeom>
            <a:solidFill>
              <a:srgbClr val="00AF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#00AFF0</a:t>
              </a:r>
              <a:endParaRPr kumimoji="1" lang="en-US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17" name="矩形 16"/>
            <p:cNvSpPr/>
            <p:nvPr userDrawn="1"/>
          </p:nvSpPr>
          <p:spPr>
            <a:xfrm>
              <a:off x="12232575" y="773439"/>
              <a:ext cx="779598" cy="779598"/>
            </a:xfrm>
            <a:prstGeom prst="rect">
              <a:avLst/>
            </a:prstGeom>
            <a:solidFill>
              <a:srgbClr val="00006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#000064</a:t>
              </a:r>
              <a:endParaRPr kumimoji="1" lang="en-US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18" name="矩形 17"/>
            <p:cNvSpPr/>
            <p:nvPr userDrawn="1"/>
          </p:nvSpPr>
          <p:spPr>
            <a:xfrm>
              <a:off x="12232575" y="1553038"/>
              <a:ext cx="779598" cy="779598"/>
            </a:xfrm>
            <a:prstGeom prst="rect">
              <a:avLst/>
            </a:prstGeom>
            <a:solidFill>
              <a:srgbClr val="005A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GB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#005AFF</a:t>
              </a:r>
              <a:endParaRPr kumimoji="1" lang="en-GB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19" name="矩形 18"/>
            <p:cNvSpPr/>
            <p:nvPr userDrawn="1"/>
          </p:nvSpPr>
          <p:spPr>
            <a:xfrm>
              <a:off x="12232575" y="2332636"/>
              <a:ext cx="779598" cy="779598"/>
            </a:xfrm>
            <a:prstGeom prst="rect">
              <a:avLst/>
            </a:prstGeom>
            <a:solidFill>
              <a:srgbClr val="00E1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#00E1FF</a:t>
              </a:r>
              <a:endParaRPr kumimoji="1" lang="en-US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12221980" y="3745767"/>
              <a:ext cx="779598" cy="779598"/>
            </a:xfrm>
            <a:prstGeom prst="rect">
              <a:avLst/>
            </a:prstGeom>
            <a:solidFill>
              <a:srgbClr val="FF5A6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#FF5A6E</a:t>
              </a:r>
              <a:endParaRPr kumimoji="1" lang="en-US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12224891" y="4525366"/>
              <a:ext cx="779598" cy="779598"/>
            </a:xfrm>
            <a:prstGeom prst="rect">
              <a:avLst/>
            </a:prstGeom>
            <a:solidFill>
              <a:srgbClr val="FFD2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#FFD200</a:t>
              </a:r>
              <a:endParaRPr kumimoji="1" lang="en-US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2" name="矩形 21"/>
            <p:cNvSpPr/>
            <p:nvPr userDrawn="1"/>
          </p:nvSpPr>
          <p:spPr>
            <a:xfrm>
              <a:off x="12224891" y="5304964"/>
              <a:ext cx="779598" cy="779598"/>
            </a:xfrm>
            <a:prstGeom prst="rect">
              <a:avLst/>
            </a:prstGeom>
            <a:solidFill>
              <a:srgbClr val="14E69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#14E69B</a:t>
              </a:r>
              <a:endParaRPr kumimoji="1" lang="en-US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3" name="矩形 22"/>
            <p:cNvSpPr/>
            <p:nvPr userDrawn="1"/>
          </p:nvSpPr>
          <p:spPr>
            <a:xfrm>
              <a:off x="12221980" y="6084563"/>
              <a:ext cx="779598" cy="779598"/>
            </a:xfrm>
            <a:prstGeom prst="rect">
              <a:avLst/>
            </a:prstGeom>
            <a:solidFill>
              <a:srgbClr val="644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#6446FF</a:t>
              </a:r>
              <a:endParaRPr kumimoji="1" lang="en-US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4" name="矩形 23"/>
            <p:cNvSpPr/>
            <p:nvPr userDrawn="1"/>
          </p:nvSpPr>
          <p:spPr>
            <a:xfrm>
              <a:off x="13012173" y="-8098"/>
              <a:ext cx="1886042" cy="3119209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r>
                <a:rPr kumimoji="1" lang="en-US" altLang="zh-CN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PPT</a:t>
              </a:r>
              <a:r>
                <a:rPr kumimoji="1" lang="zh-CN" altLang="en-US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一級色彩</a:t>
              </a:r>
              <a:endParaRPr kumimoji="1" lang="en-US" altLang="zh-CN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  <a:p>
              <a:pPr algn="l"/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品牌色</a:t>
              </a:r>
              <a:r>
                <a:rPr kumimoji="1" lang="en-US" altLang="zh-CN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+</a:t>
              </a:r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三款同色系色彩</a:t>
              </a:r>
              <a:endPara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  <a:p>
              <a:pPr algn="l"/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用於標題、正文主要資訊及圖表的呈現</a:t>
              </a:r>
              <a:endPara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</p:txBody>
        </p:sp>
        <p:sp>
          <p:nvSpPr>
            <p:cNvPr id="25" name="矩形 24"/>
            <p:cNvSpPr/>
            <p:nvPr userDrawn="1"/>
          </p:nvSpPr>
          <p:spPr>
            <a:xfrm>
              <a:off x="13001578" y="3745767"/>
              <a:ext cx="1886042" cy="3119209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r>
                <a:rPr kumimoji="1" lang="en-US" altLang="zh-CN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PPT</a:t>
              </a:r>
              <a:r>
                <a:rPr kumimoji="1" lang="zh-CN" altLang="en-US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二級色彩</a:t>
              </a:r>
              <a:endParaRPr kumimoji="1" lang="en-US" altLang="zh-CN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  <a:p>
              <a:pPr algn="l"/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僅用於圖表中，起豐富視覺感受或點綴作用</a:t>
              </a:r>
              <a:endPara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</p:txBody>
        </p:sp>
      </p:grpSp>
      <p:sp>
        <p:nvSpPr>
          <p:cNvPr id="5" name="矩形 4"/>
          <p:cNvSpPr/>
          <p:nvPr userDrawn="1"/>
        </p:nvSpPr>
        <p:spPr>
          <a:xfrm>
            <a:off x="-2614247" y="744279"/>
            <a:ext cx="2592984" cy="611372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p>
            <a:pPr algn="l"/>
            <a:r>
              <a:rPr kumimoji="1" lang="en-US" altLang="zh-CN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PPT</a:t>
            </a:r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可用字體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  <a:sym typeface="+mn-ea"/>
              </a:rPr>
              <a:t>思源黑體 Noto Sans TC (Traditional Chinese)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標題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字重：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 Medium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字型大小：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32-34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色彩：黑色或品牌色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正文一級標題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字重：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 Regular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字型大小：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22-24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色彩：黑色或品牌色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正文二級標題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字重：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 Regular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字型大小：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18-20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色彩：黑色或右側上方色彩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正文內容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字重：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 Regular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字型大小：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14-16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色彩：黑色或右側上方色彩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注釋內容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字重：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 Light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字型大小：不得小於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10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色彩：黑色或右側上方色彩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正文統一為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間距：之前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5pt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行距：多倍行距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1.3</a:t>
            </a:r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倍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zh-CN" altLang="en-US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—深色版">
    <p:bg>
      <p:bgPr>
        <a:solidFill>
          <a:srgbClr val="0000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D:\2024\品牌換新\images\BG2.pngBG2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15240" y="-13335"/>
            <a:ext cx="12189460" cy="6856730"/>
          </a:xfrm>
          <a:prstGeom prst="rect">
            <a:avLst/>
          </a:prstGeom>
        </p:spPr>
      </p:pic>
      <p:sp>
        <p:nvSpPr>
          <p:cNvPr id="50" name="文本占位符 49"/>
          <p:cNvSpPr>
            <a:spLocks noGrp="1"/>
          </p:cNvSpPr>
          <p:nvPr>
            <p:ph type="body" sz="quarter" idx="10" hasCustomPrompt="1"/>
          </p:nvPr>
        </p:nvSpPr>
        <p:spPr>
          <a:xfrm>
            <a:off x="545809" y="571074"/>
            <a:ext cx="11019600" cy="522713"/>
          </a:xfrm>
        </p:spPr>
        <p:txBody>
          <a:bodyPr anchor="t">
            <a:noAutofit/>
          </a:bodyPr>
          <a:lstStyle>
            <a:lvl1pPr marL="0" indent="0">
              <a:buNone/>
              <a:defRPr sz="3400" b="0" i="0">
                <a:solidFill>
                  <a:schemeClr val="bg1"/>
                </a:solidFill>
                <a:latin typeface="Noto Sans TC Medium" panose="020B0600000000000000" charset="-120"/>
                <a:ea typeface="Noto Sans TC Medium" panose="020B0600000000000000" charset="-120"/>
              </a:defRPr>
            </a:lvl1pPr>
          </a:lstStyle>
          <a:p>
            <a:pPr lvl="0"/>
            <a:r>
              <a:rPr kumimoji="1" lang="zh-CN" altLang="en-US" dirty="0"/>
              <a:t>單擊此處編輯內頁標題</a:t>
            </a:r>
            <a:endParaRPr kumimoji="1" lang="zh-CN" altLang="en-US" dirty="0"/>
          </a:p>
        </p:txBody>
      </p:sp>
      <p:sp>
        <p:nvSpPr>
          <p:cNvPr id="40" name="文本框 39"/>
          <p:cNvSpPr txBox="1"/>
          <p:nvPr userDrawn="1"/>
        </p:nvSpPr>
        <p:spPr>
          <a:xfrm>
            <a:off x="5834270" y="-506896"/>
            <a:ext cx="247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 </a:t>
            </a:r>
            <a:endParaRPr kumimoji="1" lang="zh-CN" altLang="en-US" dirty="0"/>
          </a:p>
        </p:txBody>
      </p:sp>
      <p:sp>
        <p:nvSpPr>
          <p:cNvPr id="33" name="矩形 32"/>
          <p:cNvSpPr/>
          <p:nvPr userDrawn="1"/>
        </p:nvSpPr>
        <p:spPr>
          <a:xfrm>
            <a:off x="-2614247" y="0"/>
            <a:ext cx="2592983" cy="723013"/>
          </a:xfrm>
          <a:prstGeom prst="rect">
            <a:avLst/>
          </a:prstGeom>
          <a:solidFill>
            <a:srgbClr val="FF5A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使用該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PPT</a:t>
            </a:r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模版，請嚴格遵循母版中所展示的字體、色彩、圖形等規範，勿隨意修改母版結構。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8"/>
          </p:nvPr>
        </p:nvSpPr>
        <p:spPr>
          <a:xfrm>
            <a:off x="477520" y="6356350"/>
            <a:ext cx="473710" cy="365125"/>
          </a:xfrm>
        </p:spPr>
        <p:txBody>
          <a:bodyPr/>
          <a:lstStyle>
            <a:lvl1pPr algn="ctr">
              <a:defRPr sz="1000" b="0" i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defRPr>
            </a:lvl1pPr>
          </a:lstStyle>
          <a:p>
            <a:fld id="{BFE79AAB-2B78-0C44-8B59-D0213C69E5D4}" type="slidenum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-2614247" y="744279"/>
            <a:ext cx="2592984" cy="611372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kumimoji="1" lang="en-US" altLang="zh-CN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PPT</a:t>
            </a:r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可用字體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  <a:sym typeface="+mn-ea"/>
              </a:rPr>
              <a:t>思源黑體 Noto Sans TC (Traditional Chinese)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標題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字重：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 Medium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字型大小：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32-34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色彩：反白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正文一級標題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字重：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 Regular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字型大小：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22-24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色彩：反白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正文二級標題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字重：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 Regular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字型大小：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18-20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色彩：反白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正文內容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字重：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 Regular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字型大小：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14-16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色彩：反白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注釋內容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字重：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 Light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字型大小：不得小於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10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色彩：反白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正文統一為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間距：之前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5pt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行距：多倍行距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1.3</a:t>
            </a:r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倍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zh-CN" altLang="en-US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12205648" y="-3998"/>
            <a:ext cx="2676235" cy="6873074"/>
            <a:chOff x="12221980" y="-8098"/>
            <a:chExt cx="2676235" cy="6873074"/>
          </a:xfrm>
        </p:grpSpPr>
        <p:sp>
          <p:nvSpPr>
            <p:cNvPr id="16" name="矩形 15"/>
            <p:cNvSpPr/>
            <p:nvPr userDrawn="1"/>
          </p:nvSpPr>
          <p:spPr>
            <a:xfrm>
              <a:off x="12234618" y="-6159"/>
              <a:ext cx="779598" cy="779598"/>
            </a:xfrm>
            <a:prstGeom prst="rect">
              <a:avLst/>
            </a:prstGeom>
            <a:solidFill>
              <a:srgbClr val="00AF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#00AFF0</a:t>
              </a:r>
              <a:endParaRPr kumimoji="1" lang="en-US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17" name="矩形 16"/>
            <p:cNvSpPr/>
            <p:nvPr userDrawn="1"/>
          </p:nvSpPr>
          <p:spPr>
            <a:xfrm>
              <a:off x="12232575" y="773439"/>
              <a:ext cx="779598" cy="779598"/>
            </a:xfrm>
            <a:prstGeom prst="rect">
              <a:avLst/>
            </a:prstGeom>
            <a:solidFill>
              <a:srgbClr val="00006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#000064</a:t>
              </a:r>
              <a:endParaRPr kumimoji="1" lang="en-US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18" name="矩形 17"/>
            <p:cNvSpPr/>
            <p:nvPr userDrawn="1"/>
          </p:nvSpPr>
          <p:spPr>
            <a:xfrm>
              <a:off x="12232575" y="1553038"/>
              <a:ext cx="779598" cy="779598"/>
            </a:xfrm>
            <a:prstGeom prst="rect">
              <a:avLst/>
            </a:prstGeom>
            <a:solidFill>
              <a:srgbClr val="005A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GB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#005AFF</a:t>
              </a:r>
              <a:endParaRPr kumimoji="1" lang="en-GB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19" name="矩形 18"/>
            <p:cNvSpPr/>
            <p:nvPr userDrawn="1"/>
          </p:nvSpPr>
          <p:spPr>
            <a:xfrm>
              <a:off x="12232575" y="2332636"/>
              <a:ext cx="779598" cy="779598"/>
            </a:xfrm>
            <a:prstGeom prst="rect">
              <a:avLst/>
            </a:prstGeom>
            <a:solidFill>
              <a:srgbClr val="00E1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#00E1FF</a:t>
              </a:r>
              <a:endParaRPr kumimoji="1" lang="en-US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12221980" y="3745767"/>
              <a:ext cx="779598" cy="779598"/>
            </a:xfrm>
            <a:prstGeom prst="rect">
              <a:avLst/>
            </a:prstGeom>
            <a:solidFill>
              <a:srgbClr val="FF5A6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#FF5A6E</a:t>
              </a:r>
              <a:endParaRPr kumimoji="1" lang="en-US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12224891" y="4525366"/>
              <a:ext cx="779598" cy="779598"/>
            </a:xfrm>
            <a:prstGeom prst="rect">
              <a:avLst/>
            </a:prstGeom>
            <a:solidFill>
              <a:srgbClr val="FFD2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#FFD200</a:t>
              </a:r>
              <a:endParaRPr kumimoji="1" lang="en-US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2" name="矩形 21"/>
            <p:cNvSpPr/>
            <p:nvPr userDrawn="1"/>
          </p:nvSpPr>
          <p:spPr>
            <a:xfrm>
              <a:off x="12224891" y="5304964"/>
              <a:ext cx="779598" cy="779598"/>
            </a:xfrm>
            <a:prstGeom prst="rect">
              <a:avLst/>
            </a:prstGeom>
            <a:solidFill>
              <a:srgbClr val="14E69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#14E69B</a:t>
              </a:r>
              <a:endParaRPr kumimoji="1" lang="en-US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3" name="矩形 22"/>
            <p:cNvSpPr/>
            <p:nvPr userDrawn="1"/>
          </p:nvSpPr>
          <p:spPr>
            <a:xfrm>
              <a:off x="12221980" y="6084563"/>
              <a:ext cx="779598" cy="779598"/>
            </a:xfrm>
            <a:prstGeom prst="rect">
              <a:avLst/>
            </a:prstGeom>
            <a:solidFill>
              <a:srgbClr val="644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#6446FF</a:t>
              </a:r>
              <a:endParaRPr kumimoji="1" lang="en-US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4" name="矩形 23"/>
            <p:cNvSpPr/>
            <p:nvPr userDrawn="1"/>
          </p:nvSpPr>
          <p:spPr>
            <a:xfrm>
              <a:off x="13012173" y="-8098"/>
              <a:ext cx="1886042" cy="3119209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r>
                <a:rPr kumimoji="1" lang="en-US" altLang="zh-CN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PPT</a:t>
              </a:r>
              <a:r>
                <a:rPr kumimoji="1" lang="zh-CN" altLang="en-US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一級色彩</a:t>
              </a:r>
              <a:endParaRPr kumimoji="1" lang="en-US" altLang="zh-CN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  <a:p>
              <a:pPr algn="l"/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品牌色</a:t>
              </a:r>
              <a:r>
                <a:rPr kumimoji="1" lang="en-US" altLang="zh-CN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+</a:t>
              </a:r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三款同色系色彩</a:t>
              </a:r>
              <a:endPara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  <a:p>
              <a:pPr algn="l"/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用於標題、正文主要資訊及圖表的呈現</a:t>
              </a:r>
              <a:endPara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</p:txBody>
        </p:sp>
        <p:sp>
          <p:nvSpPr>
            <p:cNvPr id="25" name="矩形 24"/>
            <p:cNvSpPr/>
            <p:nvPr userDrawn="1"/>
          </p:nvSpPr>
          <p:spPr>
            <a:xfrm>
              <a:off x="13001578" y="3745767"/>
              <a:ext cx="1886042" cy="3119209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r>
                <a:rPr kumimoji="1" lang="en-US" altLang="zh-CN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PPT</a:t>
              </a:r>
              <a:r>
                <a:rPr kumimoji="1" lang="zh-CN" altLang="en-US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二級色彩</a:t>
              </a:r>
              <a:endParaRPr kumimoji="1" lang="en-US" altLang="zh-CN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  <a:p>
              <a:pPr algn="l"/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僅用於圖表中，起豐富視覺感受或點綴作用</a:t>
              </a:r>
              <a:endPara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形式——Thank You品牌色底版">
    <p:bg>
      <p:bgPr>
        <a:solidFill>
          <a:srgbClr val="00AF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资源 1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40" y="0"/>
            <a:ext cx="12186920" cy="6858000"/>
          </a:xfrm>
          <a:prstGeom prst="rect">
            <a:avLst/>
          </a:prstGeom>
        </p:spPr>
      </p:pic>
      <p:pic>
        <p:nvPicPr>
          <p:cNvPr id="5" name="图片 4" descr="D:\2024\品牌換新\images\TY.pngTY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2236470" y="3872865"/>
            <a:ext cx="4784090" cy="331470"/>
          </a:xfrm>
          <a:prstGeom prst="rect">
            <a:avLst/>
          </a:prstGeom>
        </p:spPr>
      </p:pic>
      <p:sp>
        <p:nvSpPr>
          <p:cNvPr id="40" name="文本框 39"/>
          <p:cNvSpPr txBox="1"/>
          <p:nvPr userDrawn="1"/>
        </p:nvSpPr>
        <p:spPr>
          <a:xfrm>
            <a:off x="5834270" y="-506896"/>
            <a:ext cx="23431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Noto Sans TC" panose="020B0500000000000000" charset="-120"/>
                <a:ea typeface="Noto Sans TC" panose="020B0500000000000000" charset="-120"/>
              </a:rPr>
              <a:t> </a:t>
            </a:r>
            <a:endParaRPr kumimoji="1" lang="zh-CN" altLang="en-US" dirty="0">
              <a:latin typeface="Noto Sans TC" panose="020B0500000000000000" charset="-120"/>
              <a:ea typeface="Noto Sans TC" panose="020B0500000000000000" charset="-120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10" hasCustomPrompt="1"/>
          </p:nvPr>
        </p:nvSpPr>
        <p:spPr>
          <a:xfrm>
            <a:off x="2074060" y="2583749"/>
            <a:ext cx="5821362" cy="1717675"/>
          </a:xfrm>
        </p:spPr>
        <p:txBody>
          <a:bodyPr>
            <a:normAutofit/>
          </a:bodyPr>
          <a:lstStyle>
            <a:lvl1pPr marL="0" indent="0">
              <a:buNone/>
              <a:defRPr sz="8000" b="0" i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defRPr>
            </a:lvl1pPr>
          </a:lstStyle>
          <a:p>
            <a:pPr lvl="0"/>
            <a:r>
              <a:rPr kumimoji="1" lang="en-US" altLang="zh-CN" dirty="0"/>
              <a:t>Thank You</a:t>
            </a:r>
            <a:endParaRPr kumimoji="1" lang="zh-CN" altLang="en-US" dirty="0"/>
          </a:p>
        </p:txBody>
      </p:sp>
      <p:sp>
        <p:nvSpPr>
          <p:cNvPr id="33" name="矩形 32"/>
          <p:cNvSpPr/>
          <p:nvPr userDrawn="1"/>
        </p:nvSpPr>
        <p:spPr>
          <a:xfrm>
            <a:off x="-2614247" y="0"/>
            <a:ext cx="2592983" cy="723013"/>
          </a:xfrm>
          <a:prstGeom prst="rect">
            <a:avLst/>
          </a:prstGeom>
          <a:solidFill>
            <a:srgbClr val="FF5A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使用該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PPT</a:t>
            </a:r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模版，請嚴格遵循母版中所展示的字體、色彩、圖形等規範，勿隨意修改母版結構。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</p:txBody>
      </p:sp>
      <p:sp>
        <p:nvSpPr>
          <p:cNvPr id="3" name="矩形 2"/>
          <p:cNvSpPr/>
          <p:nvPr userDrawn="1"/>
        </p:nvSpPr>
        <p:spPr>
          <a:xfrm>
            <a:off x="-2614247" y="744279"/>
            <a:ext cx="2592984" cy="611372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kumimoji="1" lang="en-US" altLang="zh-CN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PPT</a:t>
            </a:r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可用字體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  <a:sym typeface="+mn-ea"/>
              </a:rPr>
              <a:t>思源黑體 Noto Sans TC (Traditional Chinese)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en-US" altLang="zh-CN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Thank you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字重：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 Regular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字型大小：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80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色彩：反白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zh-CN" altLang="en-US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12205648" y="-3998"/>
            <a:ext cx="2676235" cy="6873074"/>
            <a:chOff x="12221980" y="-8098"/>
            <a:chExt cx="2676235" cy="6873074"/>
          </a:xfrm>
        </p:grpSpPr>
        <p:sp>
          <p:nvSpPr>
            <p:cNvPr id="16" name="矩形 15"/>
            <p:cNvSpPr/>
            <p:nvPr userDrawn="1"/>
          </p:nvSpPr>
          <p:spPr>
            <a:xfrm>
              <a:off x="12234618" y="-6159"/>
              <a:ext cx="779598" cy="779598"/>
            </a:xfrm>
            <a:prstGeom prst="rect">
              <a:avLst/>
            </a:prstGeom>
            <a:solidFill>
              <a:srgbClr val="00AF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#00AFF0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17" name="矩形 16"/>
            <p:cNvSpPr/>
            <p:nvPr userDrawn="1"/>
          </p:nvSpPr>
          <p:spPr>
            <a:xfrm>
              <a:off x="12232575" y="773439"/>
              <a:ext cx="779598" cy="779598"/>
            </a:xfrm>
            <a:prstGeom prst="rect">
              <a:avLst/>
            </a:prstGeom>
            <a:solidFill>
              <a:srgbClr val="00006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#000064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19" name="矩形 18"/>
            <p:cNvSpPr/>
            <p:nvPr userDrawn="1"/>
          </p:nvSpPr>
          <p:spPr>
            <a:xfrm>
              <a:off x="12232575" y="1553038"/>
              <a:ext cx="779598" cy="779598"/>
            </a:xfrm>
            <a:prstGeom prst="rect">
              <a:avLst/>
            </a:prstGeom>
            <a:solidFill>
              <a:srgbClr val="005A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GB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#005AFF</a:t>
              </a:r>
              <a:endParaRPr kumimoji="1" lang="en-GB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12232575" y="2332636"/>
              <a:ext cx="779598" cy="779598"/>
            </a:xfrm>
            <a:prstGeom prst="rect">
              <a:avLst/>
            </a:prstGeom>
            <a:solidFill>
              <a:srgbClr val="00E1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#00E1FF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12221980" y="3745767"/>
              <a:ext cx="779598" cy="779598"/>
            </a:xfrm>
            <a:prstGeom prst="rect">
              <a:avLst/>
            </a:prstGeom>
            <a:solidFill>
              <a:srgbClr val="FF5A6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#FF5A6E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2" name="矩形 21"/>
            <p:cNvSpPr/>
            <p:nvPr userDrawn="1"/>
          </p:nvSpPr>
          <p:spPr>
            <a:xfrm>
              <a:off x="12224891" y="4525366"/>
              <a:ext cx="779598" cy="779598"/>
            </a:xfrm>
            <a:prstGeom prst="rect">
              <a:avLst/>
            </a:prstGeom>
            <a:solidFill>
              <a:srgbClr val="FFD2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#FFD200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34" name="矩形 33"/>
            <p:cNvSpPr/>
            <p:nvPr userDrawn="1"/>
          </p:nvSpPr>
          <p:spPr>
            <a:xfrm>
              <a:off x="12224891" y="5304964"/>
              <a:ext cx="779598" cy="779598"/>
            </a:xfrm>
            <a:prstGeom prst="rect">
              <a:avLst/>
            </a:prstGeom>
            <a:solidFill>
              <a:srgbClr val="14E69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#14E69B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35" name="矩形 34"/>
            <p:cNvSpPr/>
            <p:nvPr userDrawn="1"/>
          </p:nvSpPr>
          <p:spPr>
            <a:xfrm>
              <a:off x="12221980" y="6084563"/>
              <a:ext cx="779598" cy="779598"/>
            </a:xfrm>
            <a:prstGeom prst="rect">
              <a:avLst/>
            </a:prstGeom>
            <a:solidFill>
              <a:srgbClr val="644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#6446FF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36" name="矩形 35"/>
            <p:cNvSpPr/>
            <p:nvPr userDrawn="1"/>
          </p:nvSpPr>
          <p:spPr>
            <a:xfrm>
              <a:off x="13012173" y="-8098"/>
              <a:ext cx="1886042" cy="3119209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r>
                <a:rPr kumimoji="1" lang="en-US" altLang="zh-CN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PPT</a:t>
              </a:r>
              <a:r>
                <a:rPr kumimoji="1" lang="zh-CN" altLang="en-US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一級色彩</a:t>
              </a:r>
              <a:endParaRPr kumimoji="1" lang="en-US" altLang="zh-CN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  <a:p>
              <a:pPr algn="l"/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品牌色</a:t>
              </a:r>
              <a:r>
                <a:rPr kumimoji="1" lang="en-US" altLang="zh-CN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+</a:t>
              </a:r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三款同色系色彩</a:t>
              </a:r>
              <a:endPara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  <a:p>
              <a:pPr algn="l"/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用於標題、正文主要資訊及圖表的呈現</a:t>
              </a:r>
              <a:endPara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</p:txBody>
        </p:sp>
        <p:sp>
          <p:nvSpPr>
            <p:cNvPr id="37" name="矩形 36"/>
            <p:cNvSpPr/>
            <p:nvPr userDrawn="1"/>
          </p:nvSpPr>
          <p:spPr>
            <a:xfrm>
              <a:off x="13001578" y="3745767"/>
              <a:ext cx="1886042" cy="3119209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r>
                <a:rPr kumimoji="1" lang="en-US" altLang="zh-CN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PPT</a:t>
              </a:r>
              <a:r>
                <a:rPr kumimoji="1" lang="zh-CN" altLang="en-US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二級色彩</a:t>
              </a:r>
              <a:endParaRPr kumimoji="1" lang="en-US" altLang="zh-CN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  <a:p>
              <a:pPr algn="l"/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僅用於圖表中，起豐富視覺感受或點綴作用</a:t>
              </a:r>
              <a:endPara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形式——四字英文品牌色底版">
    <p:bg>
      <p:bgPr>
        <a:solidFill>
          <a:srgbClr val="00AF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资源 1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40" y="0"/>
            <a:ext cx="12186920" cy="6858000"/>
          </a:xfrm>
          <a:prstGeom prst="rect">
            <a:avLst/>
          </a:prstGeom>
        </p:spPr>
      </p:pic>
      <p:sp>
        <p:nvSpPr>
          <p:cNvPr id="40" name="文本框 39"/>
          <p:cNvSpPr txBox="1"/>
          <p:nvPr userDrawn="1"/>
        </p:nvSpPr>
        <p:spPr>
          <a:xfrm>
            <a:off x="5834270" y="-506896"/>
            <a:ext cx="23431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Noto Sans TC" panose="020B0500000000000000" charset="-120"/>
                <a:ea typeface="Noto Sans TC" panose="020B0500000000000000" charset="-120"/>
              </a:rPr>
              <a:t> </a:t>
            </a:r>
            <a:endParaRPr kumimoji="1" lang="zh-CN" altLang="en-US" dirty="0">
              <a:latin typeface="Noto Sans TC" panose="020B0500000000000000" charset="-120"/>
              <a:ea typeface="Noto Sans TC" panose="020B0500000000000000" charset="-120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10" hasCustomPrompt="1"/>
          </p:nvPr>
        </p:nvSpPr>
        <p:spPr>
          <a:xfrm>
            <a:off x="2047390" y="2583749"/>
            <a:ext cx="5821362" cy="1717675"/>
          </a:xfrm>
        </p:spPr>
        <p:txBody>
          <a:bodyPr>
            <a:normAutofit/>
          </a:bodyPr>
          <a:lstStyle>
            <a:lvl1pPr marL="0" indent="0">
              <a:buNone/>
              <a:defRPr sz="8000" b="0" i="0" spc="2200" baseline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defRPr>
            </a:lvl1pPr>
          </a:lstStyle>
          <a:p>
            <a:pPr lvl="0"/>
            <a:r>
              <a:rPr kumimoji="1" lang="zh-CN" altLang="en-US" dirty="0"/>
              <a:t>點評交流</a:t>
            </a:r>
            <a:endParaRPr kumimoji="1" lang="zh-CN" altLang="en-US" dirty="0"/>
          </a:p>
        </p:txBody>
      </p:sp>
      <p:sp>
        <p:nvSpPr>
          <p:cNvPr id="33" name="矩形 32"/>
          <p:cNvSpPr/>
          <p:nvPr userDrawn="1"/>
        </p:nvSpPr>
        <p:spPr>
          <a:xfrm>
            <a:off x="-2614247" y="0"/>
            <a:ext cx="2592983" cy="723013"/>
          </a:xfrm>
          <a:prstGeom prst="rect">
            <a:avLst/>
          </a:prstGeom>
          <a:solidFill>
            <a:srgbClr val="FF5A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使用該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PPT</a:t>
            </a:r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模版，請嚴格遵循母版中所展示的字體、色彩、圖形等規範，勿隨意修改母版結構。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</p:txBody>
      </p:sp>
      <p:sp>
        <p:nvSpPr>
          <p:cNvPr id="2" name="矩形 1"/>
          <p:cNvSpPr/>
          <p:nvPr userDrawn="1"/>
        </p:nvSpPr>
        <p:spPr>
          <a:xfrm>
            <a:off x="-2614247" y="744279"/>
            <a:ext cx="2592984" cy="611372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kumimoji="1" lang="en-US" altLang="zh-CN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PPT</a:t>
            </a:r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可用字體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  <a:sym typeface="+mn-ea"/>
              </a:rPr>
              <a:t>思源黑體 Noto Sans TC (Traditional Chinese)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點評交流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字重：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 Regular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字型大小：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80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字間距：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22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色彩：反白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zh-CN" altLang="en-US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12205648" y="-3998"/>
            <a:ext cx="2676235" cy="6873074"/>
            <a:chOff x="12221980" y="-8098"/>
            <a:chExt cx="2676235" cy="6873074"/>
          </a:xfrm>
        </p:grpSpPr>
        <p:sp>
          <p:nvSpPr>
            <p:cNvPr id="16" name="矩形 15"/>
            <p:cNvSpPr/>
            <p:nvPr userDrawn="1"/>
          </p:nvSpPr>
          <p:spPr>
            <a:xfrm>
              <a:off x="12234618" y="-6159"/>
              <a:ext cx="779598" cy="779598"/>
            </a:xfrm>
            <a:prstGeom prst="rect">
              <a:avLst/>
            </a:prstGeom>
            <a:solidFill>
              <a:srgbClr val="00AF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#00AFF0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17" name="矩形 16"/>
            <p:cNvSpPr/>
            <p:nvPr userDrawn="1"/>
          </p:nvSpPr>
          <p:spPr>
            <a:xfrm>
              <a:off x="12232575" y="773439"/>
              <a:ext cx="779598" cy="779598"/>
            </a:xfrm>
            <a:prstGeom prst="rect">
              <a:avLst/>
            </a:prstGeom>
            <a:solidFill>
              <a:srgbClr val="00006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#000064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19" name="矩形 18"/>
            <p:cNvSpPr/>
            <p:nvPr userDrawn="1"/>
          </p:nvSpPr>
          <p:spPr>
            <a:xfrm>
              <a:off x="12232575" y="1553038"/>
              <a:ext cx="779598" cy="779598"/>
            </a:xfrm>
            <a:prstGeom prst="rect">
              <a:avLst/>
            </a:prstGeom>
            <a:solidFill>
              <a:srgbClr val="005A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GB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#005AFF</a:t>
              </a:r>
              <a:endParaRPr kumimoji="1" lang="en-GB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12232575" y="2332636"/>
              <a:ext cx="779598" cy="779598"/>
            </a:xfrm>
            <a:prstGeom prst="rect">
              <a:avLst/>
            </a:prstGeom>
            <a:solidFill>
              <a:srgbClr val="00E1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#00E1FF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12221980" y="3745767"/>
              <a:ext cx="779598" cy="779598"/>
            </a:xfrm>
            <a:prstGeom prst="rect">
              <a:avLst/>
            </a:prstGeom>
            <a:solidFill>
              <a:srgbClr val="FF5A6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#FF5A6E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2" name="矩形 21"/>
            <p:cNvSpPr/>
            <p:nvPr userDrawn="1"/>
          </p:nvSpPr>
          <p:spPr>
            <a:xfrm>
              <a:off x="12224891" y="4525366"/>
              <a:ext cx="779598" cy="779598"/>
            </a:xfrm>
            <a:prstGeom prst="rect">
              <a:avLst/>
            </a:prstGeom>
            <a:solidFill>
              <a:srgbClr val="FFD2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#FFD200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34" name="矩形 33"/>
            <p:cNvSpPr/>
            <p:nvPr userDrawn="1"/>
          </p:nvSpPr>
          <p:spPr>
            <a:xfrm>
              <a:off x="12224891" y="5304964"/>
              <a:ext cx="779598" cy="779598"/>
            </a:xfrm>
            <a:prstGeom prst="rect">
              <a:avLst/>
            </a:prstGeom>
            <a:solidFill>
              <a:srgbClr val="14E69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#14E69B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35" name="矩形 34"/>
            <p:cNvSpPr/>
            <p:nvPr userDrawn="1"/>
          </p:nvSpPr>
          <p:spPr>
            <a:xfrm>
              <a:off x="12221980" y="6084563"/>
              <a:ext cx="779598" cy="779598"/>
            </a:xfrm>
            <a:prstGeom prst="rect">
              <a:avLst/>
            </a:prstGeom>
            <a:solidFill>
              <a:srgbClr val="644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#6446FF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36" name="矩形 35"/>
            <p:cNvSpPr/>
            <p:nvPr userDrawn="1"/>
          </p:nvSpPr>
          <p:spPr>
            <a:xfrm>
              <a:off x="13012173" y="-8098"/>
              <a:ext cx="1886042" cy="3119209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r>
                <a:rPr kumimoji="1" lang="en-US" altLang="zh-CN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PPT</a:t>
              </a:r>
              <a:r>
                <a:rPr kumimoji="1" lang="zh-CN" altLang="en-US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一級色彩</a:t>
              </a:r>
              <a:endParaRPr kumimoji="1" lang="en-US" altLang="zh-CN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  <a:p>
              <a:pPr algn="l"/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品牌色</a:t>
              </a:r>
              <a:r>
                <a:rPr kumimoji="1" lang="en-US" altLang="zh-CN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+</a:t>
              </a:r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三款同色系色彩</a:t>
              </a:r>
              <a:endPara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  <a:p>
              <a:pPr algn="l"/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用於標題、正文主要資訊及圖表的呈現</a:t>
              </a:r>
              <a:endPara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</p:txBody>
        </p:sp>
        <p:sp>
          <p:nvSpPr>
            <p:cNvPr id="37" name="矩形 36"/>
            <p:cNvSpPr/>
            <p:nvPr userDrawn="1"/>
          </p:nvSpPr>
          <p:spPr>
            <a:xfrm>
              <a:off x="13001578" y="3745767"/>
              <a:ext cx="1886042" cy="3119209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r>
                <a:rPr kumimoji="1" lang="en-US" altLang="zh-CN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PPT</a:t>
              </a:r>
              <a:r>
                <a:rPr kumimoji="1" lang="zh-CN" altLang="en-US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二級色彩</a:t>
              </a:r>
              <a:endParaRPr kumimoji="1" lang="en-US" altLang="zh-CN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  <a:p>
              <a:pPr algn="l"/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僅用於圖表中，起豐富視覺感受或點綴作用</a:t>
              </a:r>
              <a:endPara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</p:txBody>
        </p:sp>
      </p:grpSp>
      <p:pic>
        <p:nvPicPr>
          <p:cNvPr id="4" name="图片 4" descr="D:\2024\品牌換新\images\TY.pngTY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2236470" y="3872865"/>
            <a:ext cx="4784090" cy="3314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形式——四字中文深色底版">
    <p:bg>
      <p:bgPr>
        <a:solidFill>
          <a:srgbClr val="0000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资源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15" y="0"/>
            <a:ext cx="12180570" cy="6858000"/>
          </a:xfrm>
          <a:prstGeom prst="rect">
            <a:avLst/>
          </a:prstGeom>
        </p:spPr>
      </p:pic>
      <p:sp>
        <p:nvSpPr>
          <p:cNvPr id="40" name="文本框 39"/>
          <p:cNvSpPr txBox="1"/>
          <p:nvPr userDrawn="1"/>
        </p:nvSpPr>
        <p:spPr>
          <a:xfrm>
            <a:off x="5834270" y="-506896"/>
            <a:ext cx="23431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Noto Sans TC" panose="020B0500000000000000" charset="-120"/>
                <a:ea typeface="Noto Sans TC" panose="020B0500000000000000" charset="-120"/>
              </a:rPr>
              <a:t> </a:t>
            </a:r>
            <a:endParaRPr kumimoji="1" lang="zh-CN" altLang="en-US" dirty="0">
              <a:latin typeface="Noto Sans TC" panose="020B0500000000000000" charset="-120"/>
              <a:ea typeface="Noto Sans TC" panose="020B0500000000000000" charset="-120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10" hasCustomPrompt="1"/>
          </p:nvPr>
        </p:nvSpPr>
        <p:spPr>
          <a:xfrm>
            <a:off x="2047390" y="2583749"/>
            <a:ext cx="5821362" cy="1717675"/>
          </a:xfrm>
        </p:spPr>
        <p:txBody>
          <a:bodyPr>
            <a:normAutofit/>
          </a:bodyPr>
          <a:lstStyle>
            <a:lvl1pPr marL="0" indent="0">
              <a:buNone/>
              <a:defRPr sz="8000" b="0" i="0" spc="2200" baseline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defRPr>
            </a:lvl1pPr>
          </a:lstStyle>
          <a:p>
            <a:pPr lvl="0"/>
            <a:r>
              <a:rPr kumimoji="1" lang="zh-CN" altLang="en-US" dirty="0"/>
              <a:t>點評交流</a:t>
            </a:r>
            <a:endParaRPr kumimoji="1" lang="zh-CN" altLang="en-US" dirty="0"/>
          </a:p>
        </p:txBody>
      </p:sp>
      <p:sp>
        <p:nvSpPr>
          <p:cNvPr id="32" name="矩形 31"/>
          <p:cNvSpPr/>
          <p:nvPr userDrawn="1"/>
        </p:nvSpPr>
        <p:spPr>
          <a:xfrm>
            <a:off x="-2614247" y="744279"/>
            <a:ext cx="2592984" cy="611372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kumimoji="1" lang="en-US" altLang="zh-CN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PPT</a:t>
            </a:r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可用字體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  <a:sym typeface="+mn-ea"/>
              </a:rPr>
              <a:t>思源黑體 Noto Sans TC (Traditional Chinese)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點評交流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字重：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 Regular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字型大小：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80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字間距：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22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色彩：反白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zh-CN" altLang="en-US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</p:txBody>
      </p:sp>
      <p:sp>
        <p:nvSpPr>
          <p:cNvPr id="33" name="矩形 32"/>
          <p:cNvSpPr/>
          <p:nvPr userDrawn="1"/>
        </p:nvSpPr>
        <p:spPr>
          <a:xfrm>
            <a:off x="-2614247" y="0"/>
            <a:ext cx="2592983" cy="723013"/>
          </a:xfrm>
          <a:prstGeom prst="rect">
            <a:avLst/>
          </a:prstGeom>
          <a:solidFill>
            <a:srgbClr val="FF5A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使用該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PPT</a:t>
            </a:r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模版，請嚴格遵循母版中所展示的字體、色彩、圖形等規範，勿隨意修改母版結構。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12205648" y="-3998"/>
            <a:ext cx="2676235" cy="6873074"/>
            <a:chOff x="12221980" y="-8098"/>
            <a:chExt cx="2676235" cy="6873074"/>
          </a:xfrm>
        </p:grpSpPr>
        <p:sp>
          <p:nvSpPr>
            <p:cNvPr id="15" name="矩形 14"/>
            <p:cNvSpPr/>
            <p:nvPr userDrawn="1"/>
          </p:nvSpPr>
          <p:spPr>
            <a:xfrm>
              <a:off x="12234618" y="-6159"/>
              <a:ext cx="779598" cy="779598"/>
            </a:xfrm>
            <a:prstGeom prst="rect">
              <a:avLst/>
            </a:prstGeom>
            <a:solidFill>
              <a:srgbClr val="00AF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#00AFF0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16" name="矩形 15"/>
            <p:cNvSpPr/>
            <p:nvPr userDrawn="1"/>
          </p:nvSpPr>
          <p:spPr>
            <a:xfrm>
              <a:off x="12232575" y="773439"/>
              <a:ext cx="779598" cy="779598"/>
            </a:xfrm>
            <a:prstGeom prst="rect">
              <a:avLst/>
            </a:prstGeom>
            <a:solidFill>
              <a:srgbClr val="00006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#000064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17" name="矩形 16"/>
            <p:cNvSpPr/>
            <p:nvPr userDrawn="1"/>
          </p:nvSpPr>
          <p:spPr>
            <a:xfrm>
              <a:off x="12232575" y="1553038"/>
              <a:ext cx="779598" cy="779598"/>
            </a:xfrm>
            <a:prstGeom prst="rect">
              <a:avLst/>
            </a:prstGeom>
            <a:solidFill>
              <a:srgbClr val="005A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GB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#005AFF</a:t>
              </a:r>
              <a:endParaRPr kumimoji="1" lang="en-GB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19" name="矩形 18"/>
            <p:cNvSpPr/>
            <p:nvPr userDrawn="1"/>
          </p:nvSpPr>
          <p:spPr>
            <a:xfrm>
              <a:off x="12232575" y="2332636"/>
              <a:ext cx="779598" cy="779598"/>
            </a:xfrm>
            <a:prstGeom prst="rect">
              <a:avLst/>
            </a:prstGeom>
            <a:solidFill>
              <a:srgbClr val="00E1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#00E1FF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12221980" y="3745767"/>
              <a:ext cx="779598" cy="779598"/>
            </a:xfrm>
            <a:prstGeom prst="rect">
              <a:avLst/>
            </a:prstGeom>
            <a:solidFill>
              <a:srgbClr val="FF5A6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#FF5A6E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12224891" y="4525366"/>
              <a:ext cx="779598" cy="779598"/>
            </a:xfrm>
            <a:prstGeom prst="rect">
              <a:avLst/>
            </a:prstGeom>
            <a:solidFill>
              <a:srgbClr val="FFD2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#FFD200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2" name="矩形 21"/>
            <p:cNvSpPr/>
            <p:nvPr userDrawn="1"/>
          </p:nvSpPr>
          <p:spPr>
            <a:xfrm>
              <a:off x="12224891" y="5304964"/>
              <a:ext cx="779598" cy="779598"/>
            </a:xfrm>
            <a:prstGeom prst="rect">
              <a:avLst/>
            </a:prstGeom>
            <a:solidFill>
              <a:srgbClr val="14E69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#14E69B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34" name="矩形 33"/>
            <p:cNvSpPr/>
            <p:nvPr userDrawn="1"/>
          </p:nvSpPr>
          <p:spPr>
            <a:xfrm>
              <a:off x="12221980" y="6084563"/>
              <a:ext cx="779598" cy="779598"/>
            </a:xfrm>
            <a:prstGeom prst="rect">
              <a:avLst/>
            </a:prstGeom>
            <a:solidFill>
              <a:srgbClr val="644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#6446FF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35" name="矩形 34"/>
            <p:cNvSpPr/>
            <p:nvPr userDrawn="1"/>
          </p:nvSpPr>
          <p:spPr>
            <a:xfrm>
              <a:off x="13012173" y="-8098"/>
              <a:ext cx="1886042" cy="3119209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r>
                <a:rPr kumimoji="1" lang="en-US" altLang="zh-CN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PPT</a:t>
              </a:r>
              <a:r>
                <a:rPr kumimoji="1" lang="zh-CN" altLang="en-US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一級色彩</a:t>
              </a:r>
              <a:endParaRPr kumimoji="1" lang="en-US" altLang="zh-CN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  <a:p>
              <a:pPr algn="l"/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品牌色</a:t>
              </a:r>
              <a:r>
                <a:rPr kumimoji="1" lang="en-US" altLang="zh-CN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+</a:t>
              </a:r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三款同色系色彩</a:t>
              </a:r>
              <a:endPara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  <a:p>
              <a:pPr algn="l"/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用於標題、正文主要資訊及圖表的呈現</a:t>
              </a:r>
              <a:endPara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</p:txBody>
        </p:sp>
        <p:sp>
          <p:nvSpPr>
            <p:cNvPr id="36" name="矩形 35"/>
            <p:cNvSpPr/>
            <p:nvPr userDrawn="1"/>
          </p:nvSpPr>
          <p:spPr>
            <a:xfrm>
              <a:off x="13001578" y="3745767"/>
              <a:ext cx="1886042" cy="3119209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r>
                <a:rPr kumimoji="1" lang="en-US" altLang="zh-CN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PPT</a:t>
              </a:r>
              <a:r>
                <a:rPr kumimoji="1" lang="zh-CN" altLang="en-US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二級色彩</a:t>
              </a:r>
              <a:endParaRPr kumimoji="1" lang="en-US" altLang="zh-CN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  <a:p>
              <a:pPr algn="l"/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僅用於圖表中，起豐富視覺感受或點綴作用</a:t>
              </a:r>
              <a:endPara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</p:txBody>
        </p:sp>
      </p:grpSp>
      <p:pic>
        <p:nvPicPr>
          <p:cNvPr id="3" name="图片 4" descr="D:\2024\品牌換新\images\TY.pngTY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2236470" y="3872865"/>
            <a:ext cx="4784090" cy="3314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形式——Thank You深色底版">
    <p:bg>
      <p:bgPr>
        <a:solidFill>
          <a:srgbClr val="0000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资源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15" y="0"/>
            <a:ext cx="12180570" cy="6858000"/>
          </a:xfrm>
          <a:prstGeom prst="rect">
            <a:avLst/>
          </a:prstGeom>
        </p:spPr>
      </p:pic>
      <p:sp>
        <p:nvSpPr>
          <p:cNvPr id="40" name="文本框 39"/>
          <p:cNvSpPr txBox="1"/>
          <p:nvPr userDrawn="1"/>
        </p:nvSpPr>
        <p:spPr>
          <a:xfrm>
            <a:off x="5834270" y="-506896"/>
            <a:ext cx="23431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Noto Sans TC" panose="020B0500000000000000" charset="-120"/>
                <a:ea typeface="Noto Sans TC" panose="020B0500000000000000" charset="-120"/>
              </a:rPr>
              <a:t> </a:t>
            </a:r>
            <a:endParaRPr kumimoji="1" lang="zh-CN" altLang="en-US" dirty="0">
              <a:latin typeface="Noto Sans TC" panose="020B0500000000000000" charset="-120"/>
              <a:ea typeface="Noto Sans TC" panose="020B0500000000000000" charset="-120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10" hasCustomPrompt="1"/>
          </p:nvPr>
        </p:nvSpPr>
        <p:spPr>
          <a:xfrm>
            <a:off x="2067075" y="2583749"/>
            <a:ext cx="5821362" cy="1717675"/>
          </a:xfrm>
        </p:spPr>
        <p:txBody>
          <a:bodyPr>
            <a:normAutofit/>
          </a:bodyPr>
          <a:lstStyle>
            <a:lvl1pPr marL="0" indent="0">
              <a:buNone/>
              <a:defRPr sz="8000" b="0" i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defRPr>
            </a:lvl1pPr>
          </a:lstStyle>
          <a:p>
            <a:pPr lvl="0"/>
            <a:r>
              <a:rPr kumimoji="1" lang="en-US" altLang="zh-CN" dirty="0"/>
              <a:t>Thank You</a:t>
            </a:r>
            <a:endParaRPr kumimoji="1" lang="zh-CN" altLang="en-US" dirty="0"/>
          </a:p>
        </p:txBody>
      </p:sp>
      <p:sp>
        <p:nvSpPr>
          <p:cNvPr id="32" name="矩形 31"/>
          <p:cNvSpPr/>
          <p:nvPr userDrawn="1"/>
        </p:nvSpPr>
        <p:spPr>
          <a:xfrm>
            <a:off x="-2614247" y="744279"/>
            <a:ext cx="2592984" cy="611372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kumimoji="1" lang="en-US" altLang="zh-CN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PPT</a:t>
            </a:r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可用字體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  <a:sym typeface="+mn-ea"/>
              </a:rPr>
              <a:t>思源黑體 Noto Sans TC (Traditional Chinese)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en-US" altLang="zh-CN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Thank You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字重：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 Regular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字型大小：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80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色彩：反白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zh-CN" altLang="en-US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</p:txBody>
      </p:sp>
      <p:sp>
        <p:nvSpPr>
          <p:cNvPr id="33" name="矩形 32"/>
          <p:cNvSpPr/>
          <p:nvPr userDrawn="1"/>
        </p:nvSpPr>
        <p:spPr>
          <a:xfrm>
            <a:off x="-2614247" y="0"/>
            <a:ext cx="2592983" cy="723013"/>
          </a:xfrm>
          <a:prstGeom prst="rect">
            <a:avLst/>
          </a:prstGeom>
          <a:solidFill>
            <a:srgbClr val="FF5A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使用該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PPT</a:t>
            </a:r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模版，請嚴格遵循母版中所展示的字體、色彩、圖形等規範，勿隨意修改母版結構。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12205648" y="-3998"/>
            <a:ext cx="2676235" cy="6873074"/>
            <a:chOff x="12221980" y="-8098"/>
            <a:chExt cx="2676235" cy="6873074"/>
          </a:xfrm>
        </p:grpSpPr>
        <p:sp>
          <p:nvSpPr>
            <p:cNvPr id="15" name="矩形 14"/>
            <p:cNvSpPr/>
            <p:nvPr userDrawn="1"/>
          </p:nvSpPr>
          <p:spPr>
            <a:xfrm>
              <a:off x="12234618" y="-6159"/>
              <a:ext cx="779598" cy="779598"/>
            </a:xfrm>
            <a:prstGeom prst="rect">
              <a:avLst/>
            </a:prstGeom>
            <a:solidFill>
              <a:srgbClr val="00AF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#00AFF0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16" name="矩形 15"/>
            <p:cNvSpPr/>
            <p:nvPr userDrawn="1"/>
          </p:nvSpPr>
          <p:spPr>
            <a:xfrm>
              <a:off x="12232575" y="773439"/>
              <a:ext cx="779598" cy="779598"/>
            </a:xfrm>
            <a:prstGeom prst="rect">
              <a:avLst/>
            </a:prstGeom>
            <a:solidFill>
              <a:srgbClr val="00006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#000064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17" name="矩形 16"/>
            <p:cNvSpPr/>
            <p:nvPr userDrawn="1"/>
          </p:nvSpPr>
          <p:spPr>
            <a:xfrm>
              <a:off x="12232575" y="1553038"/>
              <a:ext cx="779598" cy="779598"/>
            </a:xfrm>
            <a:prstGeom prst="rect">
              <a:avLst/>
            </a:prstGeom>
            <a:solidFill>
              <a:srgbClr val="005A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GB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#005AFF</a:t>
              </a:r>
              <a:endParaRPr kumimoji="1" lang="en-GB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19" name="矩形 18"/>
            <p:cNvSpPr/>
            <p:nvPr userDrawn="1"/>
          </p:nvSpPr>
          <p:spPr>
            <a:xfrm>
              <a:off x="12232575" y="2332636"/>
              <a:ext cx="779598" cy="779598"/>
            </a:xfrm>
            <a:prstGeom prst="rect">
              <a:avLst/>
            </a:prstGeom>
            <a:solidFill>
              <a:srgbClr val="00E1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#00E1FF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12221980" y="3745767"/>
              <a:ext cx="779598" cy="779598"/>
            </a:xfrm>
            <a:prstGeom prst="rect">
              <a:avLst/>
            </a:prstGeom>
            <a:solidFill>
              <a:srgbClr val="FF5A6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#FF5A6E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12224891" y="4525366"/>
              <a:ext cx="779598" cy="779598"/>
            </a:xfrm>
            <a:prstGeom prst="rect">
              <a:avLst/>
            </a:prstGeom>
            <a:solidFill>
              <a:srgbClr val="FFD2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#FFD200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2" name="矩形 21"/>
            <p:cNvSpPr/>
            <p:nvPr userDrawn="1"/>
          </p:nvSpPr>
          <p:spPr>
            <a:xfrm>
              <a:off x="12224891" y="5304964"/>
              <a:ext cx="779598" cy="779598"/>
            </a:xfrm>
            <a:prstGeom prst="rect">
              <a:avLst/>
            </a:prstGeom>
            <a:solidFill>
              <a:srgbClr val="14E69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#14E69B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34" name="矩形 33"/>
            <p:cNvSpPr/>
            <p:nvPr userDrawn="1"/>
          </p:nvSpPr>
          <p:spPr>
            <a:xfrm>
              <a:off x="12221980" y="6084563"/>
              <a:ext cx="779598" cy="779598"/>
            </a:xfrm>
            <a:prstGeom prst="rect">
              <a:avLst/>
            </a:prstGeom>
            <a:solidFill>
              <a:srgbClr val="644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#6446FF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35" name="矩形 34"/>
            <p:cNvSpPr/>
            <p:nvPr userDrawn="1"/>
          </p:nvSpPr>
          <p:spPr>
            <a:xfrm>
              <a:off x="13012173" y="-8098"/>
              <a:ext cx="1886042" cy="3119209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r>
                <a:rPr kumimoji="1" lang="en-US" altLang="zh-CN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PPT</a:t>
              </a:r>
              <a:r>
                <a:rPr kumimoji="1" lang="zh-CN" altLang="en-US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一級色彩</a:t>
              </a:r>
              <a:endParaRPr kumimoji="1" lang="en-US" altLang="zh-CN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  <a:p>
              <a:pPr algn="l"/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品牌色</a:t>
              </a:r>
              <a:r>
                <a:rPr kumimoji="1" lang="en-US" altLang="zh-CN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+</a:t>
              </a:r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三款同色系色彩</a:t>
              </a:r>
              <a:endPara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  <a:p>
              <a:pPr algn="l"/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用於標題、正文主要資訊及圖表的呈現</a:t>
              </a:r>
              <a:endPara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</p:txBody>
        </p:sp>
        <p:sp>
          <p:nvSpPr>
            <p:cNvPr id="36" name="矩形 35"/>
            <p:cNvSpPr/>
            <p:nvPr userDrawn="1"/>
          </p:nvSpPr>
          <p:spPr>
            <a:xfrm>
              <a:off x="13001578" y="3745767"/>
              <a:ext cx="1886042" cy="3119209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r>
                <a:rPr kumimoji="1" lang="en-US" altLang="zh-CN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PPT</a:t>
              </a:r>
              <a:r>
                <a:rPr kumimoji="1" lang="zh-CN" altLang="en-US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二級色彩</a:t>
              </a:r>
              <a:endParaRPr kumimoji="1" lang="en-US" altLang="zh-CN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  <a:p>
              <a:pPr algn="l"/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僅用於圖表中，起豐富視覺感受或點綴作用</a:t>
              </a:r>
              <a:endPara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</p:txBody>
        </p:sp>
      </p:grpSp>
      <p:pic>
        <p:nvPicPr>
          <p:cNvPr id="3" name="图片 4" descr="D:\2024\品牌換新\images\TY.pngTY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2236470" y="3872865"/>
            <a:ext cx="4784090" cy="3314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文本占位符 51"/>
          <p:cNvSpPr>
            <a:spLocks noGrp="1"/>
          </p:cNvSpPr>
          <p:nvPr>
            <p:ph type="body" sz="quarter" idx="29" hasCustomPrompt="1"/>
          </p:nvPr>
        </p:nvSpPr>
        <p:spPr>
          <a:xfrm>
            <a:off x="485130" y="385844"/>
            <a:ext cx="3852862" cy="857249"/>
          </a:xfrm>
        </p:spPr>
        <p:txBody>
          <a:bodyPr anchor="ctr">
            <a:normAutofit/>
          </a:bodyPr>
          <a:lstStyle>
            <a:lvl1pPr marL="0" indent="0">
              <a:buNone/>
              <a:defRPr sz="3500" b="0" i="0">
                <a:solidFill>
                  <a:srgbClr val="00AFF0"/>
                </a:solidFill>
                <a:latin typeface="Noto Sans TC Medium" panose="020B0600000000000000" charset="-120"/>
                <a:ea typeface="Noto Sans TC Medium" panose="020B0600000000000000" charset="-120"/>
              </a:defRPr>
            </a:lvl1pPr>
          </a:lstStyle>
          <a:p>
            <a:pPr lvl="0"/>
            <a:r>
              <a:rPr kumimoji="1" lang="zh-CN" altLang="en-US" dirty="0"/>
              <a:t>目錄</a:t>
            </a:r>
            <a:endParaRPr kumimoji="1" lang="zh-CN" altLang="en-US" dirty="0"/>
          </a:p>
        </p:txBody>
      </p:sp>
      <p:sp>
        <p:nvSpPr>
          <p:cNvPr id="17" name="文本占位符 49"/>
          <p:cNvSpPr>
            <a:spLocks noGrp="1"/>
          </p:cNvSpPr>
          <p:nvPr>
            <p:ph type="body" sz="quarter" idx="11" hasCustomPrompt="1"/>
          </p:nvPr>
        </p:nvSpPr>
        <p:spPr>
          <a:xfrm>
            <a:off x="972185" y="2304415"/>
            <a:ext cx="668020" cy="721995"/>
          </a:xfrm>
        </p:spPr>
        <p:txBody>
          <a:bodyPr anchor="ctr">
            <a:normAutofit/>
          </a:bodyPr>
          <a:lstStyle>
            <a:lvl1pPr marL="0" indent="0">
              <a:buNone/>
              <a:defRPr sz="3000" b="0" i="0">
                <a:solidFill>
                  <a:srgbClr val="00AFF0"/>
                </a:solidFill>
                <a:latin typeface="Noto Sans TC Medium" panose="020B0600000000000000" charset="-120"/>
                <a:ea typeface="Noto Sans TC Medium" panose="020B0600000000000000" charset="-120"/>
                <a:cs typeface="Noto Sans Medium" panose="020B0502040504090204" pitchFamily="34" charset="0"/>
              </a:defRPr>
            </a:lvl1pPr>
          </a:lstStyle>
          <a:p>
            <a:pPr lvl="0"/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8" name="文本占位符 49"/>
          <p:cNvSpPr>
            <a:spLocks noGrp="1"/>
          </p:cNvSpPr>
          <p:nvPr>
            <p:ph type="body" sz="quarter" idx="12" hasCustomPrompt="1"/>
          </p:nvPr>
        </p:nvSpPr>
        <p:spPr>
          <a:xfrm>
            <a:off x="1640424" y="2482616"/>
            <a:ext cx="3154766" cy="553997"/>
          </a:xfrm>
        </p:spPr>
        <p:txBody>
          <a:bodyPr anchor="t">
            <a:normAutofit/>
          </a:bodyPr>
          <a:lstStyle>
            <a:lvl1pPr marL="0" indent="0">
              <a:buNone/>
              <a:defRPr sz="2000" b="0" i="0">
                <a:latin typeface="Noto Sans TC" panose="020B0500000000000000" charset="-120"/>
                <a:ea typeface="Noto Sans TC" panose="020B0500000000000000" charset="-120"/>
                <a:cs typeface="Noto Sans Medium" panose="020B0502040504090204" pitchFamily="34" charset="0"/>
              </a:defRPr>
            </a:lvl1pPr>
          </a:lstStyle>
          <a:p>
            <a:pPr lvl="0"/>
            <a:r>
              <a:rPr kumimoji="1" lang="zh-CN" altLang="en-US" dirty="0"/>
              <a:t>單擊此處編輯章節標題</a:t>
            </a:r>
            <a:endParaRPr kumimoji="1" lang="zh-CN" altLang="en-US" dirty="0"/>
          </a:p>
        </p:txBody>
      </p:sp>
      <p:sp>
        <p:nvSpPr>
          <p:cNvPr id="29" name="文本占位符 49"/>
          <p:cNvSpPr>
            <a:spLocks noGrp="1"/>
          </p:cNvSpPr>
          <p:nvPr>
            <p:ph type="body" sz="quarter" idx="15" hasCustomPrompt="1"/>
          </p:nvPr>
        </p:nvSpPr>
        <p:spPr>
          <a:xfrm>
            <a:off x="972185" y="3204845"/>
            <a:ext cx="668020" cy="721995"/>
          </a:xfrm>
        </p:spPr>
        <p:txBody>
          <a:bodyPr anchor="ctr">
            <a:normAutofit/>
          </a:bodyPr>
          <a:lstStyle>
            <a:lvl1pPr marL="0" indent="0">
              <a:buNone/>
              <a:defRPr sz="3000" b="0" i="0">
                <a:solidFill>
                  <a:srgbClr val="00AFF0"/>
                </a:solidFill>
                <a:latin typeface="Noto Sans TC Medium" panose="020B0600000000000000" charset="-120"/>
                <a:ea typeface="Noto Sans TC Medium" panose="020B0600000000000000" charset="-120"/>
                <a:cs typeface="Noto Sans Medium" panose="020B0502040504090204" pitchFamily="34" charset="0"/>
              </a:defRPr>
            </a:lvl1pPr>
          </a:lstStyle>
          <a:p>
            <a:pPr lvl="0"/>
            <a:r>
              <a:rPr kumimoji="1" lang="en-US" altLang="zh-CN" dirty="0"/>
              <a:t>02</a:t>
            </a:r>
            <a:endParaRPr kumimoji="1" lang="zh-CN" altLang="en-US" dirty="0"/>
          </a:p>
        </p:txBody>
      </p:sp>
      <p:sp>
        <p:nvSpPr>
          <p:cNvPr id="30" name="文本占位符 49"/>
          <p:cNvSpPr>
            <a:spLocks noGrp="1"/>
          </p:cNvSpPr>
          <p:nvPr>
            <p:ph type="body" sz="quarter" idx="16" hasCustomPrompt="1"/>
          </p:nvPr>
        </p:nvSpPr>
        <p:spPr>
          <a:xfrm>
            <a:off x="1640424" y="3382968"/>
            <a:ext cx="3154766" cy="553997"/>
          </a:xfrm>
        </p:spPr>
        <p:txBody>
          <a:bodyPr anchor="t">
            <a:normAutofit/>
          </a:bodyPr>
          <a:lstStyle>
            <a:lvl1pPr marL="0" indent="0">
              <a:buNone/>
              <a:defRPr sz="2000" b="0" i="0">
                <a:latin typeface="Noto Sans TC" panose="020B0500000000000000" charset="-120"/>
                <a:ea typeface="Noto Sans TC" panose="020B0500000000000000" charset="-120"/>
                <a:cs typeface="Noto Sans Medium" panose="020B0502040504090204" pitchFamily="34" charset="0"/>
              </a:defRPr>
            </a:lvl1pPr>
          </a:lstStyle>
          <a:p>
            <a:pPr lvl="0"/>
            <a:r>
              <a:rPr kumimoji="1" lang="zh-CN" altLang="en-US" dirty="0"/>
              <a:t>單擊此處編輯章節標題</a:t>
            </a:r>
            <a:endParaRPr kumimoji="1" lang="zh-CN" altLang="en-US" dirty="0"/>
          </a:p>
        </p:txBody>
      </p:sp>
      <p:sp>
        <p:nvSpPr>
          <p:cNvPr id="37" name="文本占位符 49"/>
          <p:cNvSpPr>
            <a:spLocks noGrp="1"/>
          </p:cNvSpPr>
          <p:nvPr>
            <p:ph type="body" sz="quarter" idx="17" hasCustomPrompt="1"/>
          </p:nvPr>
        </p:nvSpPr>
        <p:spPr>
          <a:xfrm>
            <a:off x="972185" y="4121785"/>
            <a:ext cx="668020" cy="721995"/>
          </a:xfrm>
        </p:spPr>
        <p:txBody>
          <a:bodyPr anchor="ctr">
            <a:normAutofit/>
          </a:bodyPr>
          <a:lstStyle>
            <a:lvl1pPr marL="0" indent="0">
              <a:buNone/>
              <a:defRPr sz="3000" b="0" i="0">
                <a:solidFill>
                  <a:srgbClr val="00AFF0"/>
                </a:solidFill>
                <a:latin typeface="Noto Sans TC Medium" panose="020B0600000000000000" charset="-120"/>
                <a:ea typeface="Noto Sans TC Medium" panose="020B0600000000000000" charset="-120"/>
                <a:cs typeface="Noto Sans Medium" panose="020B0502040504090204" pitchFamily="34" charset="0"/>
              </a:defRPr>
            </a:lvl1pPr>
          </a:lstStyle>
          <a:p>
            <a:pPr lvl="0"/>
            <a:r>
              <a:rPr kumimoji="1" lang="en-US" altLang="zh-CN" dirty="0"/>
              <a:t>03</a:t>
            </a:r>
            <a:endParaRPr kumimoji="1" lang="zh-CN" altLang="en-US" dirty="0"/>
          </a:p>
        </p:txBody>
      </p:sp>
      <p:sp>
        <p:nvSpPr>
          <p:cNvPr id="38" name="文本占位符 49"/>
          <p:cNvSpPr>
            <a:spLocks noGrp="1"/>
          </p:cNvSpPr>
          <p:nvPr>
            <p:ph type="body" sz="quarter" idx="18" hasCustomPrompt="1"/>
          </p:nvPr>
        </p:nvSpPr>
        <p:spPr>
          <a:xfrm>
            <a:off x="1640424" y="4300027"/>
            <a:ext cx="3154766" cy="553997"/>
          </a:xfrm>
        </p:spPr>
        <p:txBody>
          <a:bodyPr anchor="t">
            <a:normAutofit/>
          </a:bodyPr>
          <a:lstStyle>
            <a:lvl1pPr marL="0" indent="0">
              <a:buNone/>
              <a:defRPr sz="2000" b="0" i="0">
                <a:latin typeface="Noto Sans TC" panose="020B0500000000000000" charset="-120"/>
                <a:ea typeface="Noto Sans TC" panose="020B0500000000000000" charset="-120"/>
                <a:cs typeface="Noto Sans Medium" panose="020B0502040504090204" pitchFamily="34" charset="0"/>
              </a:defRPr>
            </a:lvl1pPr>
          </a:lstStyle>
          <a:p>
            <a:pPr lvl="0"/>
            <a:r>
              <a:rPr kumimoji="1" lang="zh-CN" altLang="en-US" dirty="0"/>
              <a:t>單擊此處編輯章節標題</a:t>
            </a:r>
            <a:endParaRPr kumimoji="1" lang="zh-CN" altLang="en-US" dirty="0"/>
          </a:p>
        </p:txBody>
      </p:sp>
      <p:sp>
        <p:nvSpPr>
          <p:cNvPr id="5" name="文本占位符 49"/>
          <p:cNvSpPr>
            <a:spLocks noGrp="1"/>
          </p:cNvSpPr>
          <p:nvPr>
            <p:ph type="body" sz="quarter" idx="30" hasCustomPrompt="1"/>
          </p:nvPr>
        </p:nvSpPr>
        <p:spPr>
          <a:xfrm>
            <a:off x="5968365" y="2304415"/>
            <a:ext cx="668020" cy="721995"/>
          </a:xfrm>
        </p:spPr>
        <p:txBody>
          <a:bodyPr anchor="ctr">
            <a:normAutofit/>
          </a:bodyPr>
          <a:lstStyle>
            <a:lvl1pPr marL="0" indent="0">
              <a:buNone/>
              <a:defRPr sz="3000" b="0" i="0">
                <a:solidFill>
                  <a:srgbClr val="00AFF0"/>
                </a:solidFill>
                <a:latin typeface="Noto Sans TC Medium" panose="020B0600000000000000" charset="-120"/>
                <a:ea typeface="Noto Sans TC Medium" panose="020B0600000000000000" charset="-120"/>
                <a:cs typeface="Noto Sans Medium" panose="020B0502040504090204" pitchFamily="34" charset="0"/>
              </a:defRPr>
            </a:lvl1pPr>
          </a:lstStyle>
          <a:p>
            <a:pPr lvl="0"/>
            <a:r>
              <a:rPr kumimoji="1" lang="en-US" altLang="zh-CN" dirty="0"/>
              <a:t>04</a:t>
            </a:r>
            <a:endParaRPr kumimoji="1" lang="zh-CN" altLang="en-US" dirty="0"/>
          </a:p>
        </p:txBody>
      </p:sp>
      <p:sp>
        <p:nvSpPr>
          <p:cNvPr id="6" name="文本占位符 49"/>
          <p:cNvSpPr>
            <a:spLocks noGrp="1"/>
          </p:cNvSpPr>
          <p:nvPr>
            <p:ph type="body" sz="quarter" idx="31" hasCustomPrompt="1"/>
          </p:nvPr>
        </p:nvSpPr>
        <p:spPr>
          <a:xfrm>
            <a:off x="6636170" y="2482616"/>
            <a:ext cx="3154766" cy="553997"/>
          </a:xfrm>
        </p:spPr>
        <p:txBody>
          <a:bodyPr anchor="t">
            <a:normAutofit/>
          </a:bodyPr>
          <a:lstStyle>
            <a:lvl1pPr marL="0" indent="0">
              <a:buNone/>
              <a:defRPr sz="2000" b="0" i="0">
                <a:latin typeface="Noto Sans TC" panose="020B0500000000000000" charset="-120"/>
                <a:ea typeface="Noto Sans TC" panose="020B0500000000000000" charset="-120"/>
                <a:cs typeface="Noto Sans Medium" panose="020B0502040504090204" pitchFamily="34" charset="0"/>
              </a:defRPr>
            </a:lvl1pPr>
          </a:lstStyle>
          <a:p>
            <a:pPr lvl="0"/>
            <a:r>
              <a:rPr kumimoji="1" lang="zh-CN" altLang="en-US" dirty="0"/>
              <a:t>單擊此處編輯章節標題</a:t>
            </a:r>
            <a:endParaRPr kumimoji="1" lang="zh-CN" altLang="en-US" dirty="0"/>
          </a:p>
        </p:txBody>
      </p:sp>
      <p:sp>
        <p:nvSpPr>
          <p:cNvPr id="16" name="文本占位符 49"/>
          <p:cNvSpPr>
            <a:spLocks noGrp="1"/>
          </p:cNvSpPr>
          <p:nvPr>
            <p:ph type="body" sz="quarter" idx="32" hasCustomPrompt="1"/>
          </p:nvPr>
        </p:nvSpPr>
        <p:spPr>
          <a:xfrm>
            <a:off x="5968365" y="3204845"/>
            <a:ext cx="668020" cy="721995"/>
          </a:xfrm>
        </p:spPr>
        <p:txBody>
          <a:bodyPr anchor="ctr">
            <a:normAutofit/>
          </a:bodyPr>
          <a:lstStyle>
            <a:lvl1pPr marL="0" indent="0">
              <a:buNone/>
              <a:defRPr sz="3000" b="0" i="0">
                <a:solidFill>
                  <a:srgbClr val="00AFF0"/>
                </a:solidFill>
                <a:latin typeface="Noto Sans TC Medium" panose="020B0600000000000000" charset="-120"/>
                <a:ea typeface="Noto Sans TC Medium" panose="020B0600000000000000" charset="-120"/>
                <a:cs typeface="Noto Sans Medium" panose="020B0502040504090204" pitchFamily="34" charset="0"/>
              </a:defRPr>
            </a:lvl1pPr>
          </a:lstStyle>
          <a:p>
            <a:pPr lvl="0"/>
            <a:r>
              <a:rPr kumimoji="1" lang="en-US" altLang="zh-CN" dirty="0"/>
              <a:t>05</a:t>
            </a:r>
            <a:endParaRPr kumimoji="1" lang="zh-CN" altLang="en-US" dirty="0"/>
          </a:p>
        </p:txBody>
      </p:sp>
      <p:sp>
        <p:nvSpPr>
          <p:cNvPr id="19" name="文本占位符 49"/>
          <p:cNvSpPr>
            <a:spLocks noGrp="1"/>
          </p:cNvSpPr>
          <p:nvPr>
            <p:ph type="body" sz="quarter" idx="33" hasCustomPrompt="1"/>
          </p:nvPr>
        </p:nvSpPr>
        <p:spPr>
          <a:xfrm>
            <a:off x="6636170" y="3382968"/>
            <a:ext cx="3154766" cy="553997"/>
          </a:xfrm>
        </p:spPr>
        <p:txBody>
          <a:bodyPr anchor="t">
            <a:normAutofit/>
          </a:bodyPr>
          <a:lstStyle>
            <a:lvl1pPr marL="0" indent="0">
              <a:buNone/>
              <a:defRPr sz="2000" b="0" i="0">
                <a:latin typeface="Noto Sans TC" panose="020B0500000000000000" charset="-120"/>
                <a:ea typeface="Noto Sans TC" panose="020B0500000000000000" charset="-120"/>
                <a:cs typeface="Noto Sans Medium" panose="020B0502040504090204" pitchFamily="34" charset="0"/>
              </a:defRPr>
            </a:lvl1pPr>
          </a:lstStyle>
          <a:p>
            <a:pPr lvl="0"/>
            <a:r>
              <a:rPr kumimoji="1" lang="zh-CN" altLang="en-US" dirty="0"/>
              <a:t>單擊此處編輯章節標題</a:t>
            </a:r>
            <a:endParaRPr kumimoji="1" lang="zh-CN" altLang="en-US" dirty="0"/>
          </a:p>
        </p:txBody>
      </p:sp>
      <p:sp>
        <p:nvSpPr>
          <p:cNvPr id="20" name="文本占位符 49"/>
          <p:cNvSpPr>
            <a:spLocks noGrp="1"/>
          </p:cNvSpPr>
          <p:nvPr>
            <p:ph type="body" sz="quarter" idx="34" hasCustomPrompt="1"/>
          </p:nvPr>
        </p:nvSpPr>
        <p:spPr>
          <a:xfrm>
            <a:off x="5968365" y="4121785"/>
            <a:ext cx="668020" cy="721995"/>
          </a:xfrm>
        </p:spPr>
        <p:txBody>
          <a:bodyPr anchor="ctr">
            <a:normAutofit/>
          </a:bodyPr>
          <a:lstStyle>
            <a:lvl1pPr marL="0" indent="0">
              <a:buNone/>
              <a:defRPr sz="3000" b="0" i="0">
                <a:solidFill>
                  <a:srgbClr val="00AFF0"/>
                </a:solidFill>
                <a:latin typeface="Noto Sans TC Medium" panose="020B0600000000000000" charset="-120"/>
                <a:ea typeface="Noto Sans TC Medium" panose="020B0600000000000000" charset="-120"/>
                <a:cs typeface="Noto Sans Medium" panose="020B0502040504090204" pitchFamily="34" charset="0"/>
              </a:defRPr>
            </a:lvl1pPr>
          </a:lstStyle>
          <a:p>
            <a:pPr lvl="0"/>
            <a:r>
              <a:rPr kumimoji="1" lang="en-US" altLang="zh-CN" dirty="0"/>
              <a:t>06</a:t>
            </a:r>
            <a:endParaRPr kumimoji="1" lang="zh-CN" altLang="en-US" dirty="0"/>
          </a:p>
        </p:txBody>
      </p:sp>
      <p:sp>
        <p:nvSpPr>
          <p:cNvPr id="21" name="文本占位符 49"/>
          <p:cNvSpPr>
            <a:spLocks noGrp="1"/>
          </p:cNvSpPr>
          <p:nvPr>
            <p:ph type="body" sz="quarter" idx="35" hasCustomPrompt="1"/>
          </p:nvPr>
        </p:nvSpPr>
        <p:spPr>
          <a:xfrm>
            <a:off x="6636170" y="4300027"/>
            <a:ext cx="3154766" cy="553997"/>
          </a:xfrm>
        </p:spPr>
        <p:txBody>
          <a:bodyPr anchor="t">
            <a:normAutofit/>
          </a:bodyPr>
          <a:lstStyle>
            <a:lvl1pPr marL="0" indent="0">
              <a:buNone/>
              <a:defRPr sz="2000" b="0" i="0">
                <a:latin typeface="Noto Sans TC" panose="020B0500000000000000" charset="-120"/>
                <a:ea typeface="Noto Sans TC" panose="020B0500000000000000" charset="-120"/>
                <a:cs typeface="Noto Sans Medium" panose="020B0502040504090204" pitchFamily="34" charset="0"/>
              </a:defRPr>
            </a:lvl1pPr>
          </a:lstStyle>
          <a:p>
            <a:pPr lvl="0"/>
            <a:r>
              <a:rPr kumimoji="1" lang="zh-CN" altLang="en-US" dirty="0"/>
              <a:t>單擊此處編輯章節標題</a:t>
            </a:r>
            <a:endParaRPr kumimoji="1" lang="zh-CN" altLang="en-US" dirty="0"/>
          </a:p>
        </p:txBody>
      </p:sp>
      <p:sp>
        <p:nvSpPr>
          <p:cNvPr id="47" name="矩形 46"/>
          <p:cNvSpPr/>
          <p:nvPr userDrawn="1"/>
        </p:nvSpPr>
        <p:spPr>
          <a:xfrm>
            <a:off x="-2614247" y="744279"/>
            <a:ext cx="2592984" cy="611372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kumimoji="1" lang="en-US" altLang="zh-CN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PPT</a:t>
            </a:r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可用字體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  <a:sym typeface="+mn-ea"/>
              </a:rPr>
              <a:t>思源黑體 Noto Sans TC (Traditional Chinese)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目錄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字重：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Medium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字型大小：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35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字體色彩：品牌藍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序列號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字重：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  <a:sym typeface="+mn-ea"/>
              </a:rPr>
              <a:t>Medium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字型大小：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30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字體色彩：品牌藍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標題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字重：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 Regular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字型大小：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20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zh-CN" altLang="en-US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</p:txBody>
      </p:sp>
      <p:sp>
        <p:nvSpPr>
          <p:cNvPr id="48" name="矩形 47"/>
          <p:cNvSpPr/>
          <p:nvPr userDrawn="1"/>
        </p:nvSpPr>
        <p:spPr>
          <a:xfrm>
            <a:off x="-2614247" y="0"/>
            <a:ext cx="2592983" cy="723013"/>
          </a:xfrm>
          <a:prstGeom prst="rect">
            <a:avLst/>
          </a:prstGeom>
          <a:solidFill>
            <a:srgbClr val="FF5A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使用該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PPT</a:t>
            </a:r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模版，請嚴格遵循母版中所展示的字體、色彩、圖形等規範，勿隨意修改母版結構。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12205648" y="-3998"/>
            <a:ext cx="2676235" cy="6873074"/>
            <a:chOff x="12221980" y="-8098"/>
            <a:chExt cx="2676235" cy="6873074"/>
          </a:xfrm>
        </p:grpSpPr>
        <p:sp>
          <p:nvSpPr>
            <p:cNvPr id="24" name="矩形 23"/>
            <p:cNvSpPr/>
            <p:nvPr userDrawn="1"/>
          </p:nvSpPr>
          <p:spPr>
            <a:xfrm>
              <a:off x="12234618" y="-6159"/>
              <a:ext cx="779598" cy="779598"/>
            </a:xfrm>
            <a:prstGeom prst="rect">
              <a:avLst/>
            </a:prstGeom>
            <a:solidFill>
              <a:srgbClr val="00AF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#00AFF0</a:t>
              </a:r>
              <a:endParaRPr kumimoji="1" lang="en-US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5" name="矩形 24"/>
            <p:cNvSpPr/>
            <p:nvPr userDrawn="1"/>
          </p:nvSpPr>
          <p:spPr>
            <a:xfrm>
              <a:off x="12232575" y="773439"/>
              <a:ext cx="779598" cy="779598"/>
            </a:xfrm>
            <a:prstGeom prst="rect">
              <a:avLst/>
            </a:prstGeom>
            <a:solidFill>
              <a:srgbClr val="00006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#000064</a:t>
              </a:r>
              <a:endParaRPr kumimoji="1" lang="en-US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6" name="矩形 25"/>
            <p:cNvSpPr/>
            <p:nvPr userDrawn="1"/>
          </p:nvSpPr>
          <p:spPr>
            <a:xfrm>
              <a:off x="12232575" y="1553038"/>
              <a:ext cx="779598" cy="779598"/>
            </a:xfrm>
            <a:prstGeom prst="rect">
              <a:avLst/>
            </a:prstGeom>
            <a:solidFill>
              <a:srgbClr val="005A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GB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#005AFF</a:t>
              </a:r>
              <a:endParaRPr kumimoji="1" lang="en-GB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7" name="矩形 26"/>
            <p:cNvSpPr/>
            <p:nvPr userDrawn="1"/>
          </p:nvSpPr>
          <p:spPr>
            <a:xfrm>
              <a:off x="12232575" y="2332636"/>
              <a:ext cx="779598" cy="779598"/>
            </a:xfrm>
            <a:prstGeom prst="rect">
              <a:avLst/>
            </a:prstGeom>
            <a:solidFill>
              <a:srgbClr val="00E1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#00E1FF</a:t>
              </a:r>
              <a:endParaRPr kumimoji="1" lang="en-US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8" name="矩形 27"/>
            <p:cNvSpPr/>
            <p:nvPr userDrawn="1"/>
          </p:nvSpPr>
          <p:spPr>
            <a:xfrm>
              <a:off x="12221980" y="3745767"/>
              <a:ext cx="779598" cy="779598"/>
            </a:xfrm>
            <a:prstGeom prst="rect">
              <a:avLst/>
            </a:prstGeom>
            <a:solidFill>
              <a:srgbClr val="FF5A6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#FF5A6E</a:t>
              </a:r>
              <a:endParaRPr kumimoji="1" lang="en-US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31" name="矩形 30"/>
            <p:cNvSpPr/>
            <p:nvPr userDrawn="1"/>
          </p:nvSpPr>
          <p:spPr>
            <a:xfrm>
              <a:off x="12224891" y="4525366"/>
              <a:ext cx="779598" cy="779598"/>
            </a:xfrm>
            <a:prstGeom prst="rect">
              <a:avLst/>
            </a:prstGeom>
            <a:solidFill>
              <a:srgbClr val="FFD2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#FFD200</a:t>
              </a:r>
              <a:endParaRPr kumimoji="1" lang="en-US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32" name="矩形 31"/>
            <p:cNvSpPr/>
            <p:nvPr userDrawn="1"/>
          </p:nvSpPr>
          <p:spPr>
            <a:xfrm>
              <a:off x="12224891" y="5304964"/>
              <a:ext cx="779598" cy="779598"/>
            </a:xfrm>
            <a:prstGeom prst="rect">
              <a:avLst/>
            </a:prstGeom>
            <a:solidFill>
              <a:srgbClr val="14E69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#14E69B</a:t>
              </a:r>
              <a:endParaRPr kumimoji="1" lang="en-US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33" name="矩形 32"/>
            <p:cNvSpPr/>
            <p:nvPr userDrawn="1"/>
          </p:nvSpPr>
          <p:spPr>
            <a:xfrm>
              <a:off x="12221980" y="6084563"/>
              <a:ext cx="779598" cy="779598"/>
            </a:xfrm>
            <a:prstGeom prst="rect">
              <a:avLst/>
            </a:prstGeom>
            <a:solidFill>
              <a:srgbClr val="644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#6446FF</a:t>
              </a:r>
              <a:endParaRPr kumimoji="1" lang="en-US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34" name="矩形 33"/>
            <p:cNvSpPr/>
            <p:nvPr userDrawn="1"/>
          </p:nvSpPr>
          <p:spPr>
            <a:xfrm>
              <a:off x="13012173" y="-8098"/>
              <a:ext cx="1886042" cy="3119209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r>
                <a:rPr kumimoji="1" lang="en-US" altLang="zh-CN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PPT</a:t>
              </a:r>
              <a:r>
                <a:rPr kumimoji="1" lang="zh-CN" altLang="en-US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一級色彩</a:t>
              </a:r>
              <a:endParaRPr kumimoji="1" lang="en-US" altLang="zh-CN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  <a:p>
              <a:pPr algn="l"/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品牌色</a:t>
              </a:r>
              <a:r>
                <a:rPr kumimoji="1" lang="en-US" altLang="zh-CN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+</a:t>
              </a:r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三款同色系色彩</a:t>
              </a:r>
              <a:endPara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  <a:p>
              <a:pPr algn="l"/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用於標題、正文主要資訊及圖表的呈現</a:t>
              </a:r>
              <a:endPara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</p:txBody>
        </p:sp>
        <p:sp>
          <p:nvSpPr>
            <p:cNvPr id="35" name="矩形 34"/>
            <p:cNvSpPr/>
            <p:nvPr userDrawn="1"/>
          </p:nvSpPr>
          <p:spPr>
            <a:xfrm>
              <a:off x="13001578" y="3745767"/>
              <a:ext cx="1886042" cy="3119209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r>
                <a:rPr kumimoji="1" lang="en-US" altLang="zh-CN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PPT</a:t>
              </a:r>
              <a:r>
                <a:rPr kumimoji="1" lang="zh-CN" altLang="en-US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二級色彩</a:t>
              </a:r>
              <a:endParaRPr kumimoji="1" lang="en-US" altLang="zh-CN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  <a:p>
              <a:pPr algn="l"/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僅用於圖表中，起豐富視覺感受或點綴作用</a:t>
              </a:r>
              <a:endPara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形式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任意形状 35"/>
          <p:cNvSpPr/>
          <p:nvPr userDrawn="1"/>
        </p:nvSpPr>
        <p:spPr>
          <a:xfrm>
            <a:off x="-10795" y="1534795"/>
            <a:ext cx="3387725" cy="3788410"/>
          </a:xfrm>
          <a:custGeom>
            <a:avLst/>
            <a:gdLst>
              <a:gd name="connsiteX0" fmla="*/ 0 w 3540014"/>
              <a:gd name="connsiteY0" fmla="*/ 0 h 3958468"/>
              <a:gd name="connsiteX1" fmla="*/ 1560780 w 3540014"/>
              <a:gd name="connsiteY1" fmla="*/ 0 h 3958468"/>
              <a:gd name="connsiteX2" fmla="*/ 3540014 w 3540014"/>
              <a:gd name="connsiteY2" fmla="*/ 1979234 h 3958468"/>
              <a:gd name="connsiteX3" fmla="*/ 1560780 w 3540014"/>
              <a:gd name="connsiteY3" fmla="*/ 3958468 h 3958468"/>
              <a:gd name="connsiteX4" fmla="*/ 0 w 3540014"/>
              <a:gd name="connsiteY4" fmla="*/ 3958467 h 3958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40014" h="3958468">
                <a:moveTo>
                  <a:pt x="0" y="0"/>
                </a:moveTo>
                <a:lnTo>
                  <a:pt x="1560780" y="0"/>
                </a:lnTo>
                <a:cubicBezTo>
                  <a:pt x="2653881" y="0"/>
                  <a:pt x="3540014" y="886133"/>
                  <a:pt x="3540014" y="1979234"/>
                </a:cubicBezTo>
                <a:cubicBezTo>
                  <a:pt x="3540014" y="3072335"/>
                  <a:pt x="2653881" y="3958468"/>
                  <a:pt x="1560780" y="3958468"/>
                </a:cubicBezTo>
                <a:lnTo>
                  <a:pt x="0" y="3958467"/>
                </a:lnTo>
                <a:close/>
              </a:path>
            </a:pathLst>
          </a:custGeom>
          <a:solidFill>
            <a:srgbClr val="00AF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>
              <a:latin typeface="Noto Sans TC" panose="020B0500000000000000" charset="-120"/>
              <a:ea typeface="Noto Sans TC" panose="020B0500000000000000" charset="-120"/>
            </a:endParaRPr>
          </a:p>
        </p:txBody>
      </p:sp>
      <p:sp>
        <p:nvSpPr>
          <p:cNvPr id="50" name="文本占位符 49"/>
          <p:cNvSpPr>
            <a:spLocks noGrp="1"/>
          </p:cNvSpPr>
          <p:nvPr>
            <p:ph type="body" sz="quarter" idx="10" hasCustomPrompt="1"/>
          </p:nvPr>
        </p:nvSpPr>
        <p:spPr>
          <a:xfrm>
            <a:off x="4085431" y="2645884"/>
            <a:ext cx="7408863" cy="1560606"/>
          </a:xfrm>
        </p:spPr>
        <p:txBody>
          <a:bodyPr anchor="ctr">
            <a:normAutofit/>
          </a:bodyPr>
          <a:lstStyle>
            <a:lvl1pPr marL="0" indent="0">
              <a:buNone/>
              <a:defRPr sz="5000" b="0" i="0">
                <a:latin typeface="Noto Sans TC" panose="020B0500000000000000" charset="-120"/>
                <a:ea typeface="Noto Sans TC" panose="020B0500000000000000" charset="-120"/>
              </a:defRPr>
            </a:lvl1pPr>
          </a:lstStyle>
          <a:p>
            <a:pPr lvl="0"/>
            <a:r>
              <a:rPr kumimoji="1" lang="zh-CN" altLang="en-US" dirty="0"/>
              <a:t>單擊此處編輯章節頁標題</a:t>
            </a:r>
            <a:endParaRPr kumimoji="1" lang="zh-CN" altLang="en-US" dirty="0"/>
          </a:p>
        </p:txBody>
      </p:sp>
      <p:sp>
        <p:nvSpPr>
          <p:cNvPr id="53" name="文本占位符 52"/>
          <p:cNvSpPr>
            <a:spLocks noGrp="1"/>
          </p:cNvSpPr>
          <p:nvPr>
            <p:ph type="body" sz="quarter" idx="11" hasCustomPrompt="1"/>
          </p:nvPr>
        </p:nvSpPr>
        <p:spPr>
          <a:xfrm>
            <a:off x="93810" y="1379507"/>
            <a:ext cx="3130144" cy="4538790"/>
          </a:xfrm>
        </p:spPr>
        <p:txBody>
          <a:bodyPr anchor="ctr">
            <a:noAutofit/>
          </a:bodyPr>
          <a:lstStyle>
            <a:lvl1pPr marL="0" indent="0" algn="ctr">
              <a:buNone/>
              <a:defRPr sz="15000" b="0" i="0">
                <a:solidFill>
                  <a:schemeClr val="bg1"/>
                </a:solidFill>
                <a:latin typeface="Noto Sans TC Medium" panose="020B0600000000000000" charset="-120"/>
                <a:ea typeface="Noto Sans TC Medium" panose="020B0600000000000000" charset="-120"/>
                <a:cs typeface="Noto Sans" panose="020B0502040504090204" pitchFamily="34" charset="0"/>
              </a:defRPr>
            </a:lvl1pPr>
          </a:lstStyle>
          <a:p>
            <a:pPr lvl="0"/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30" name="矩形 29"/>
          <p:cNvSpPr/>
          <p:nvPr userDrawn="1"/>
        </p:nvSpPr>
        <p:spPr>
          <a:xfrm>
            <a:off x="-2614247" y="744279"/>
            <a:ext cx="2592984" cy="611372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kumimoji="1" lang="en-US" altLang="zh-CN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PPT</a:t>
            </a:r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可用字體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  <a:sym typeface="+mn-ea"/>
              </a:rPr>
              <a:t>思源黑體 Noto Sans TC (Traditional Chinese)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序列號底色可選色彩</a:t>
            </a:r>
            <a:endParaRPr kumimoji="1" lang="en-US" altLang="zh-CN" sz="1000" i="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en-US" altLang="zh-CN" sz="1200" i="0" dirty="0"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#00AFF0</a:t>
            </a:r>
            <a:endParaRPr kumimoji="1" lang="en-US" altLang="zh-CN" sz="1200" i="0" dirty="0"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i="0" dirty="0"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#000064</a:t>
            </a:r>
            <a:endParaRPr kumimoji="1" lang="en-US" altLang="zh-CN" sz="1200" i="0" dirty="0"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GB" altLang="zh-CN" sz="1200" i="0" dirty="0"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#005AFF</a:t>
            </a:r>
            <a:endParaRPr kumimoji="1" lang="zh-CN" altLang="en-US" sz="1200" i="0" dirty="0"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序列號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字重：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 Regular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字型大小：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150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標題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字重：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 Regular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字型大小：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50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zh-CN" altLang="en-US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</p:txBody>
      </p:sp>
      <p:sp>
        <p:nvSpPr>
          <p:cNvPr id="31" name="矩形 30"/>
          <p:cNvSpPr/>
          <p:nvPr userDrawn="1"/>
        </p:nvSpPr>
        <p:spPr>
          <a:xfrm>
            <a:off x="-2614247" y="0"/>
            <a:ext cx="2592983" cy="723013"/>
          </a:xfrm>
          <a:prstGeom prst="rect">
            <a:avLst/>
          </a:prstGeom>
          <a:solidFill>
            <a:srgbClr val="FF5A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使用該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PPT</a:t>
            </a:r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模版，請嚴格遵循母版中所展示的字體、色彩、圖形等規範，勿隨意修改母版結構。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2205648" y="-3998"/>
            <a:ext cx="2676235" cy="6873074"/>
            <a:chOff x="12221980" y="-8098"/>
            <a:chExt cx="2676235" cy="6873074"/>
          </a:xfrm>
        </p:grpSpPr>
        <p:sp>
          <p:nvSpPr>
            <p:cNvPr id="14" name="矩形 13"/>
            <p:cNvSpPr/>
            <p:nvPr userDrawn="1"/>
          </p:nvSpPr>
          <p:spPr>
            <a:xfrm>
              <a:off x="12234618" y="-6159"/>
              <a:ext cx="779598" cy="779598"/>
            </a:xfrm>
            <a:prstGeom prst="rect">
              <a:avLst/>
            </a:prstGeom>
            <a:solidFill>
              <a:srgbClr val="00AF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#00AFF0</a:t>
              </a:r>
              <a:endParaRPr kumimoji="1" lang="en-US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15" name="矩形 14"/>
            <p:cNvSpPr/>
            <p:nvPr userDrawn="1"/>
          </p:nvSpPr>
          <p:spPr>
            <a:xfrm>
              <a:off x="12232575" y="773439"/>
              <a:ext cx="779598" cy="779598"/>
            </a:xfrm>
            <a:prstGeom prst="rect">
              <a:avLst/>
            </a:prstGeom>
            <a:solidFill>
              <a:srgbClr val="00006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#000064</a:t>
              </a:r>
              <a:endParaRPr kumimoji="1" lang="en-US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16" name="矩形 15"/>
            <p:cNvSpPr/>
            <p:nvPr userDrawn="1"/>
          </p:nvSpPr>
          <p:spPr>
            <a:xfrm>
              <a:off x="12232575" y="1553038"/>
              <a:ext cx="779598" cy="779598"/>
            </a:xfrm>
            <a:prstGeom prst="rect">
              <a:avLst/>
            </a:prstGeom>
            <a:solidFill>
              <a:srgbClr val="005A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GB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#005AFF</a:t>
              </a:r>
              <a:endParaRPr kumimoji="1" lang="en-GB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17" name="矩形 16"/>
            <p:cNvSpPr/>
            <p:nvPr userDrawn="1"/>
          </p:nvSpPr>
          <p:spPr>
            <a:xfrm>
              <a:off x="12232575" y="2332636"/>
              <a:ext cx="779598" cy="779598"/>
            </a:xfrm>
            <a:prstGeom prst="rect">
              <a:avLst/>
            </a:prstGeom>
            <a:solidFill>
              <a:srgbClr val="00E1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#00E1FF</a:t>
              </a:r>
              <a:endParaRPr kumimoji="1" lang="en-US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18" name="矩形 17"/>
            <p:cNvSpPr/>
            <p:nvPr userDrawn="1"/>
          </p:nvSpPr>
          <p:spPr>
            <a:xfrm>
              <a:off x="12221980" y="3745767"/>
              <a:ext cx="779598" cy="779598"/>
            </a:xfrm>
            <a:prstGeom prst="rect">
              <a:avLst/>
            </a:prstGeom>
            <a:solidFill>
              <a:srgbClr val="FF5A6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#FF5A6E</a:t>
              </a:r>
              <a:endParaRPr kumimoji="1" lang="en-US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19" name="矩形 18"/>
            <p:cNvSpPr/>
            <p:nvPr userDrawn="1"/>
          </p:nvSpPr>
          <p:spPr>
            <a:xfrm>
              <a:off x="12224891" y="4525366"/>
              <a:ext cx="779598" cy="779598"/>
            </a:xfrm>
            <a:prstGeom prst="rect">
              <a:avLst/>
            </a:prstGeom>
            <a:solidFill>
              <a:srgbClr val="FFD2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#FFD200</a:t>
              </a:r>
              <a:endParaRPr kumimoji="1" lang="en-US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12224891" y="5304964"/>
              <a:ext cx="779598" cy="779598"/>
            </a:xfrm>
            <a:prstGeom prst="rect">
              <a:avLst/>
            </a:prstGeom>
            <a:solidFill>
              <a:srgbClr val="14E69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#14E69B</a:t>
              </a:r>
              <a:endParaRPr kumimoji="1" lang="en-US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12221980" y="6084563"/>
              <a:ext cx="779598" cy="779598"/>
            </a:xfrm>
            <a:prstGeom prst="rect">
              <a:avLst/>
            </a:prstGeom>
            <a:solidFill>
              <a:srgbClr val="644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#6446FF</a:t>
              </a:r>
              <a:endParaRPr kumimoji="1" lang="en-US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2" name="矩形 21"/>
            <p:cNvSpPr/>
            <p:nvPr userDrawn="1"/>
          </p:nvSpPr>
          <p:spPr>
            <a:xfrm>
              <a:off x="13012173" y="-8098"/>
              <a:ext cx="1886042" cy="3119209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r>
                <a:rPr kumimoji="1" lang="en-US" altLang="zh-CN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PPT</a:t>
              </a:r>
              <a:r>
                <a:rPr kumimoji="1" lang="zh-CN" altLang="en-US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一級色彩</a:t>
              </a:r>
              <a:endParaRPr kumimoji="1" lang="en-US" altLang="zh-CN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  <a:p>
              <a:pPr algn="l"/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品牌色</a:t>
              </a:r>
              <a:r>
                <a:rPr kumimoji="1" lang="en-US" altLang="zh-CN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+</a:t>
              </a:r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三款同色系色彩</a:t>
              </a:r>
              <a:endPara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  <a:p>
              <a:pPr algn="l"/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用於標題、正文主要資訊及圖表的呈現</a:t>
              </a:r>
              <a:endPara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</p:txBody>
        </p:sp>
        <p:sp>
          <p:nvSpPr>
            <p:cNvPr id="23" name="矩形 22"/>
            <p:cNvSpPr/>
            <p:nvPr userDrawn="1"/>
          </p:nvSpPr>
          <p:spPr>
            <a:xfrm>
              <a:off x="13001578" y="3745767"/>
              <a:ext cx="1886042" cy="3119209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r>
                <a:rPr kumimoji="1" lang="en-US" altLang="zh-CN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PPT</a:t>
              </a:r>
              <a:r>
                <a:rPr kumimoji="1" lang="zh-CN" altLang="en-US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二級色彩</a:t>
              </a:r>
              <a:endParaRPr kumimoji="1" lang="en-US" altLang="zh-CN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  <a:p>
              <a:pPr algn="l"/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僅用於圖表中，起豐富視覺感受或點綴作用</a:t>
              </a:r>
              <a:endPara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形式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形状 35"/>
          <p:cNvSpPr/>
          <p:nvPr userDrawn="1"/>
        </p:nvSpPr>
        <p:spPr>
          <a:xfrm>
            <a:off x="-10795" y="1534795"/>
            <a:ext cx="3387725" cy="3788410"/>
          </a:xfrm>
          <a:custGeom>
            <a:avLst/>
            <a:gdLst>
              <a:gd name="connsiteX0" fmla="*/ 0 w 3540014"/>
              <a:gd name="connsiteY0" fmla="*/ 0 h 3958468"/>
              <a:gd name="connsiteX1" fmla="*/ 1560780 w 3540014"/>
              <a:gd name="connsiteY1" fmla="*/ 0 h 3958468"/>
              <a:gd name="connsiteX2" fmla="*/ 3540014 w 3540014"/>
              <a:gd name="connsiteY2" fmla="*/ 1979234 h 3958468"/>
              <a:gd name="connsiteX3" fmla="*/ 1560780 w 3540014"/>
              <a:gd name="connsiteY3" fmla="*/ 3958468 h 3958468"/>
              <a:gd name="connsiteX4" fmla="*/ 0 w 3540014"/>
              <a:gd name="connsiteY4" fmla="*/ 3958467 h 3958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40014" h="3958468">
                <a:moveTo>
                  <a:pt x="0" y="0"/>
                </a:moveTo>
                <a:lnTo>
                  <a:pt x="1560780" y="0"/>
                </a:lnTo>
                <a:cubicBezTo>
                  <a:pt x="2653881" y="0"/>
                  <a:pt x="3540014" y="886133"/>
                  <a:pt x="3540014" y="1979234"/>
                </a:cubicBezTo>
                <a:cubicBezTo>
                  <a:pt x="3540014" y="3072335"/>
                  <a:pt x="2653881" y="3958468"/>
                  <a:pt x="1560780" y="3958468"/>
                </a:cubicBezTo>
                <a:lnTo>
                  <a:pt x="0" y="3958467"/>
                </a:lnTo>
                <a:close/>
              </a:path>
            </a:pathLst>
          </a:custGeom>
          <a:solidFill>
            <a:srgbClr val="005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>
              <a:latin typeface="Noto Sans TC" panose="020B0500000000000000" charset="-120"/>
              <a:ea typeface="Noto Sans TC" panose="020B0500000000000000" charset="-120"/>
            </a:endParaRPr>
          </a:p>
        </p:txBody>
      </p:sp>
      <p:sp>
        <p:nvSpPr>
          <p:cNvPr id="53" name="文本占位符 52"/>
          <p:cNvSpPr>
            <a:spLocks noGrp="1"/>
          </p:cNvSpPr>
          <p:nvPr>
            <p:ph type="body" sz="quarter" idx="11" hasCustomPrompt="1"/>
          </p:nvPr>
        </p:nvSpPr>
        <p:spPr>
          <a:xfrm>
            <a:off x="81745" y="1379507"/>
            <a:ext cx="3130144" cy="4538790"/>
          </a:xfrm>
        </p:spPr>
        <p:txBody>
          <a:bodyPr anchor="ctr">
            <a:noAutofit/>
          </a:bodyPr>
          <a:lstStyle>
            <a:lvl1pPr marL="0" indent="0" algn="ctr">
              <a:buNone/>
              <a:defRPr sz="15000" b="0" i="0">
                <a:solidFill>
                  <a:schemeClr val="bg1"/>
                </a:solidFill>
                <a:latin typeface="Noto Sans TC Medium" panose="020B0600000000000000" charset="-120"/>
                <a:ea typeface="Noto Sans TC Medium" panose="020B0600000000000000" charset="-120"/>
                <a:cs typeface="Noto Sans" panose="020B0502040504090204" pitchFamily="34" charset="0"/>
              </a:defRPr>
            </a:lvl1pPr>
          </a:lstStyle>
          <a:p>
            <a:pPr lvl="0"/>
            <a:r>
              <a:rPr kumimoji="1" lang="en-US" altLang="zh-CN" dirty="0"/>
              <a:t>02</a:t>
            </a:r>
            <a:endParaRPr kumimoji="1" lang="zh-CN" altLang="en-US" dirty="0"/>
          </a:p>
        </p:txBody>
      </p:sp>
      <p:sp>
        <p:nvSpPr>
          <p:cNvPr id="50" name="文本占位符 49"/>
          <p:cNvSpPr>
            <a:spLocks noGrp="1"/>
          </p:cNvSpPr>
          <p:nvPr>
            <p:ph type="body" sz="quarter" idx="10" hasCustomPrompt="1"/>
          </p:nvPr>
        </p:nvSpPr>
        <p:spPr>
          <a:xfrm>
            <a:off x="4085431" y="2645884"/>
            <a:ext cx="7408863" cy="1560606"/>
          </a:xfrm>
        </p:spPr>
        <p:txBody>
          <a:bodyPr anchor="ctr">
            <a:normAutofit/>
          </a:bodyPr>
          <a:lstStyle>
            <a:lvl1pPr marL="0" indent="0">
              <a:buNone/>
              <a:defRPr sz="5000" b="0" i="0">
                <a:latin typeface="Noto Sans TC" panose="020B0500000000000000" charset="-120"/>
                <a:ea typeface="Noto Sans TC" panose="020B0500000000000000" charset="-120"/>
              </a:defRPr>
            </a:lvl1pPr>
          </a:lstStyle>
          <a:p>
            <a:pPr lvl="0"/>
            <a:r>
              <a:rPr kumimoji="1" lang="zh-CN" altLang="en-US" dirty="0"/>
              <a:t>單擊此處編輯章節頁標題</a:t>
            </a:r>
            <a:endParaRPr kumimoji="1" lang="zh-CN" altLang="en-US" dirty="0"/>
          </a:p>
        </p:txBody>
      </p:sp>
      <p:sp>
        <p:nvSpPr>
          <p:cNvPr id="31" name="矩形 30"/>
          <p:cNvSpPr/>
          <p:nvPr userDrawn="1"/>
        </p:nvSpPr>
        <p:spPr>
          <a:xfrm>
            <a:off x="-2614247" y="0"/>
            <a:ext cx="2592983" cy="723013"/>
          </a:xfrm>
          <a:prstGeom prst="rect">
            <a:avLst/>
          </a:prstGeom>
          <a:solidFill>
            <a:srgbClr val="FF5A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使用該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PPT</a:t>
            </a:r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模版，請嚴格遵循母版中所展示的字體、色彩、圖形等規範，勿隨意修改母版結構。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12205648" y="-3998"/>
            <a:ext cx="2676235" cy="6873074"/>
            <a:chOff x="12221980" y="-8098"/>
            <a:chExt cx="2676235" cy="6873074"/>
          </a:xfrm>
        </p:grpSpPr>
        <p:sp>
          <p:nvSpPr>
            <p:cNvPr id="16" name="矩形 15"/>
            <p:cNvSpPr/>
            <p:nvPr userDrawn="1"/>
          </p:nvSpPr>
          <p:spPr>
            <a:xfrm>
              <a:off x="12234618" y="-6159"/>
              <a:ext cx="779598" cy="779598"/>
            </a:xfrm>
            <a:prstGeom prst="rect">
              <a:avLst/>
            </a:prstGeom>
            <a:solidFill>
              <a:srgbClr val="00AF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#00AFF0</a:t>
              </a:r>
              <a:endParaRPr kumimoji="1" lang="en-US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17" name="矩形 16"/>
            <p:cNvSpPr/>
            <p:nvPr userDrawn="1"/>
          </p:nvSpPr>
          <p:spPr>
            <a:xfrm>
              <a:off x="12232575" y="773439"/>
              <a:ext cx="779598" cy="779598"/>
            </a:xfrm>
            <a:prstGeom prst="rect">
              <a:avLst/>
            </a:prstGeom>
            <a:solidFill>
              <a:srgbClr val="00006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#000064</a:t>
              </a:r>
              <a:endParaRPr kumimoji="1" lang="en-US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18" name="矩形 17"/>
            <p:cNvSpPr/>
            <p:nvPr userDrawn="1"/>
          </p:nvSpPr>
          <p:spPr>
            <a:xfrm>
              <a:off x="12232575" y="1553038"/>
              <a:ext cx="779598" cy="779598"/>
            </a:xfrm>
            <a:prstGeom prst="rect">
              <a:avLst/>
            </a:prstGeom>
            <a:solidFill>
              <a:srgbClr val="005A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GB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#005AFF</a:t>
              </a:r>
              <a:endParaRPr kumimoji="1" lang="en-GB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19" name="矩形 18"/>
            <p:cNvSpPr/>
            <p:nvPr userDrawn="1"/>
          </p:nvSpPr>
          <p:spPr>
            <a:xfrm>
              <a:off x="12232575" y="2332636"/>
              <a:ext cx="779598" cy="779598"/>
            </a:xfrm>
            <a:prstGeom prst="rect">
              <a:avLst/>
            </a:prstGeom>
            <a:solidFill>
              <a:srgbClr val="00E1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#00E1FF</a:t>
              </a:r>
              <a:endParaRPr kumimoji="1" lang="en-US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12221980" y="3745767"/>
              <a:ext cx="779598" cy="779598"/>
            </a:xfrm>
            <a:prstGeom prst="rect">
              <a:avLst/>
            </a:prstGeom>
            <a:solidFill>
              <a:srgbClr val="FF5A6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#FF5A6E</a:t>
              </a:r>
              <a:endParaRPr kumimoji="1" lang="en-US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12224891" y="4525366"/>
              <a:ext cx="779598" cy="779598"/>
            </a:xfrm>
            <a:prstGeom prst="rect">
              <a:avLst/>
            </a:prstGeom>
            <a:solidFill>
              <a:srgbClr val="FFD2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#FFD200</a:t>
              </a:r>
              <a:endParaRPr kumimoji="1" lang="en-US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2" name="矩形 21"/>
            <p:cNvSpPr/>
            <p:nvPr userDrawn="1"/>
          </p:nvSpPr>
          <p:spPr>
            <a:xfrm>
              <a:off x="12224891" y="5304964"/>
              <a:ext cx="779598" cy="779598"/>
            </a:xfrm>
            <a:prstGeom prst="rect">
              <a:avLst/>
            </a:prstGeom>
            <a:solidFill>
              <a:srgbClr val="14E69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#14E69B</a:t>
              </a:r>
              <a:endParaRPr kumimoji="1" lang="en-US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3" name="矩形 22"/>
            <p:cNvSpPr/>
            <p:nvPr userDrawn="1"/>
          </p:nvSpPr>
          <p:spPr>
            <a:xfrm>
              <a:off x="12221980" y="6084563"/>
              <a:ext cx="779598" cy="779598"/>
            </a:xfrm>
            <a:prstGeom prst="rect">
              <a:avLst/>
            </a:prstGeom>
            <a:solidFill>
              <a:srgbClr val="644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#6446FF</a:t>
              </a:r>
              <a:endParaRPr kumimoji="1" lang="en-US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4" name="矩形 23"/>
            <p:cNvSpPr/>
            <p:nvPr userDrawn="1"/>
          </p:nvSpPr>
          <p:spPr>
            <a:xfrm>
              <a:off x="13012173" y="-8098"/>
              <a:ext cx="1886042" cy="3119209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r>
                <a:rPr kumimoji="1" lang="en-US" altLang="zh-CN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PPT</a:t>
              </a:r>
              <a:r>
                <a:rPr kumimoji="1" lang="zh-CN" altLang="en-US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一級色彩</a:t>
              </a:r>
              <a:endParaRPr kumimoji="1" lang="en-US" altLang="zh-CN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  <a:p>
              <a:pPr algn="l"/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品牌色</a:t>
              </a:r>
              <a:r>
                <a:rPr kumimoji="1" lang="en-US" altLang="zh-CN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+</a:t>
              </a:r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三款同色系色彩</a:t>
              </a:r>
              <a:endPara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  <a:p>
              <a:pPr algn="l"/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用於標題、正文主要資訊及圖表的呈現</a:t>
              </a:r>
              <a:endPara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</p:txBody>
        </p:sp>
        <p:sp>
          <p:nvSpPr>
            <p:cNvPr id="25" name="矩形 24"/>
            <p:cNvSpPr/>
            <p:nvPr userDrawn="1"/>
          </p:nvSpPr>
          <p:spPr>
            <a:xfrm>
              <a:off x="13001578" y="3745767"/>
              <a:ext cx="1886042" cy="3119209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r>
                <a:rPr kumimoji="1" lang="en-US" altLang="zh-CN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PPT</a:t>
              </a:r>
              <a:r>
                <a:rPr kumimoji="1" lang="zh-CN" altLang="en-US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二級色彩</a:t>
              </a:r>
              <a:endParaRPr kumimoji="1" lang="en-US" altLang="zh-CN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  <a:p>
              <a:pPr algn="l"/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僅用於圖表中，起豐富視覺感受或點綴作用</a:t>
              </a:r>
              <a:endPara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</p:txBody>
        </p:sp>
      </p:grpSp>
      <p:sp>
        <p:nvSpPr>
          <p:cNvPr id="30" name="矩形 29"/>
          <p:cNvSpPr/>
          <p:nvPr userDrawn="1"/>
        </p:nvSpPr>
        <p:spPr>
          <a:xfrm>
            <a:off x="-2614247" y="744279"/>
            <a:ext cx="2592984" cy="611372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p>
            <a:pPr algn="l"/>
            <a:r>
              <a:rPr kumimoji="1" lang="en-US" altLang="zh-CN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PPT</a:t>
            </a:r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可用字體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  <a:sym typeface="+mn-ea"/>
              </a:rPr>
              <a:t>思源黑體 Noto Sans TC (Traditional Chinese)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序列號底色可選色彩</a:t>
            </a:r>
            <a:endParaRPr kumimoji="1" lang="en-US" altLang="zh-CN" sz="1000" i="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en-US" altLang="zh-CN" sz="1200" i="0" dirty="0"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#00AFF0</a:t>
            </a:r>
            <a:endParaRPr kumimoji="1" lang="en-US" altLang="zh-CN" sz="1200" i="0" dirty="0"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i="0" dirty="0"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#000064</a:t>
            </a:r>
            <a:endParaRPr kumimoji="1" lang="en-US" altLang="zh-CN" sz="1200" i="0" dirty="0"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GB" altLang="zh-CN" sz="1200" i="0" dirty="0"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#005AFF</a:t>
            </a:r>
            <a:endParaRPr kumimoji="1" lang="zh-CN" altLang="en-US" sz="1200" i="0" dirty="0"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序列號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字重：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 Regular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字型大小：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150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標題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字重：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 Regular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字型大小：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50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zh-CN" altLang="en-US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形式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形状 35"/>
          <p:cNvSpPr/>
          <p:nvPr userDrawn="1"/>
        </p:nvSpPr>
        <p:spPr>
          <a:xfrm>
            <a:off x="-10795" y="1534795"/>
            <a:ext cx="3387725" cy="3788410"/>
          </a:xfrm>
          <a:custGeom>
            <a:avLst/>
            <a:gdLst>
              <a:gd name="connsiteX0" fmla="*/ 0 w 3540014"/>
              <a:gd name="connsiteY0" fmla="*/ 0 h 3958468"/>
              <a:gd name="connsiteX1" fmla="*/ 1560780 w 3540014"/>
              <a:gd name="connsiteY1" fmla="*/ 0 h 3958468"/>
              <a:gd name="connsiteX2" fmla="*/ 3540014 w 3540014"/>
              <a:gd name="connsiteY2" fmla="*/ 1979234 h 3958468"/>
              <a:gd name="connsiteX3" fmla="*/ 1560780 w 3540014"/>
              <a:gd name="connsiteY3" fmla="*/ 3958468 h 3958468"/>
              <a:gd name="connsiteX4" fmla="*/ 0 w 3540014"/>
              <a:gd name="connsiteY4" fmla="*/ 3958467 h 3958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40014" h="3958468">
                <a:moveTo>
                  <a:pt x="0" y="0"/>
                </a:moveTo>
                <a:lnTo>
                  <a:pt x="1560780" y="0"/>
                </a:lnTo>
                <a:cubicBezTo>
                  <a:pt x="2653881" y="0"/>
                  <a:pt x="3540014" y="886133"/>
                  <a:pt x="3540014" y="1979234"/>
                </a:cubicBezTo>
                <a:cubicBezTo>
                  <a:pt x="3540014" y="3072335"/>
                  <a:pt x="2653881" y="3958468"/>
                  <a:pt x="1560780" y="3958468"/>
                </a:cubicBezTo>
                <a:lnTo>
                  <a:pt x="0" y="3958467"/>
                </a:lnTo>
                <a:close/>
              </a:path>
            </a:pathLst>
          </a:custGeom>
          <a:solidFill>
            <a:srgbClr val="0000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>
              <a:latin typeface="Noto Sans TC" panose="020B0500000000000000" charset="-120"/>
              <a:ea typeface="Noto Sans TC" panose="020B0500000000000000" charset="-120"/>
            </a:endParaRPr>
          </a:p>
        </p:txBody>
      </p:sp>
      <p:sp>
        <p:nvSpPr>
          <p:cNvPr id="50" name="文本占位符 49"/>
          <p:cNvSpPr>
            <a:spLocks noGrp="1"/>
          </p:cNvSpPr>
          <p:nvPr>
            <p:ph type="body" sz="quarter" idx="10" hasCustomPrompt="1"/>
          </p:nvPr>
        </p:nvSpPr>
        <p:spPr>
          <a:xfrm>
            <a:off x="4085431" y="2645884"/>
            <a:ext cx="7408863" cy="1560606"/>
          </a:xfrm>
        </p:spPr>
        <p:txBody>
          <a:bodyPr anchor="ctr">
            <a:normAutofit/>
          </a:bodyPr>
          <a:lstStyle>
            <a:lvl1pPr marL="0" indent="0">
              <a:buNone/>
              <a:defRPr sz="5000" b="0" i="0">
                <a:latin typeface="Noto Sans TC" panose="020B0500000000000000" charset="-120"/>
                <a:ea typeface="Noto Sans TC" panose="020B0500000000000000" charset="-120"/>
              </a:defRPr>
            </a:lvl1pPr>
          </a:lstStyle>
          <a:p>
            <a:pPr lvl="0"/>
            <a:r>
              <a:rPr kumimoji="1" lang="zh-CN" altLang="en-US" dirty="0"/>
              <a:t>單擊此處編輯章節頁標題</a:t>
            </a:r>
            <a:endParaRPr kumimoji="1" lang="zh-CN" altLang="en-US" dirty="0"/>
          </a:p>
        </p:txBody>
      </p:sp>
      <p:sp>
        <p:nvSpPr>
          <p:cNvPr id="53" name="文本占位符 52"/>
          <p:cNvSpPr>
            <a:spLocks noGrp="1"/>
          </p:cNvSpPr>
          <p:nvPr>
            <p:ph type="body" sz="quarter" idx="11" hasCustomPrompt="1"/>
          </p:nvPr>
        </p:nvSpPr>
        <p:spPr>
          <a:xfrm>
            <a:off x="81745" y="1379507"/>
            <a:ext cx="3130144" cy="4538790"/>
          </a:xfrm>
        </p:spPr>
        <p:txBody>
          <a:bodyPr anchor="ctr">
            <a:noAutofit/>
          </a:bodyPr>
          <a:lstStyle>
            <a:lvl1pPr marL="0" indent="0" algn="ctr">
              <a:buNone/>
              <a:defRPr sz="15000" b="0" i="0">
                <a:solidFill>
                  <a:schemeClr val="bg1"/>
                </a:solidFill>
                <a:latin typeface="Noto Sans TC Medium" panose="020B0600000000000000" charset="-120"/>
                <a:ea typeface="Noto Sans TC Medium" panose="020B0600000000000000" charset="-120"/>
                <a:cs typeface="Noto Sans" panose="020B0502040504090204" pitchFamily="34" charset="0"/>
              </a:defRPr>
            </a:lvl1pPr>
          </a:lstStyle>
          <a:p>
            <a:pPr lvl="0"/>
            <a:r>
              <a:rPr kumimoji="1" lang="en-US" altLang="zh-CN" dirty="0"/>
              <a:t>03</a:t>
            </a:r>
            <a:endParaRPr kumimoji="1" lang="zh-CN" altLang="en-US" dirty="0"/>
          </a:p>
        </p:txBody>
      </p:sp>
      <p:sp>
        <p:nvSpPr>
          <p:cNvPr id="31" name="矩形 30"/>
          <p:cNvSpPr/>
          <p:nvPr userDrawn="1"/>
        </p:nvSpPr>
        <p:spPr>
          <a:xfrm>
            <a:off x="-2614247" y="0"/>
            <a:ext cx="2592983" cy="723013"/>
          </a:xfrm>
          <a:prstGeom prst="rect">
            <a:avLst/>
          </a:prstGeom>
          <a:solidFill>
            <a:srgbClr val="FF5A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使用該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PPT</a:t>
            </a:r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模版，請嚴格遵循母版中所展示的字體、色彩、圖形等規範，勿隨意修改母版結構。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12205648" y="-3998"/>
            <a:ext cx="2676235" cy="6873074"/>
            <a:chOff x="12221980" y="-8098"/>
            <a:chExt cx="2676235" cy="6873074"/>
          </a:xfrm>
        </p:grpSpPr>
        <p:sp>
          <p:nvSpPr>
            <p:cNvPr id="16" name="矩形 15"/>
            <p:cNvSpPr/>
            <p:nvPr userDrawn="1"/>
          </p:nvSpPr>
          <p:spPr>
            <a:xfrm>
              <a:off x="12234618" y="-6159"/>
              <a:ext cx="779598" cy="779598"/>
            </a:xfrm>
            <a:prstGeom prst="rect">
              <a:avLst/>
            </a:prstGeom>
            <a:solidFill>
              <a:srgbClr val="00AF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#00AFF0</a:t>
              </a:r>
              <a:endParaRPr kumimoji="1" lang="en-US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17" name="矩形 16"/>
            <p:cNvSpPr/>
            <p:nvPr userDrawn="1"/>
          </p:nvSpPr>
          <p:spPr>
            <a:xfrm>
              <a:off x="12232575" y="773439"/>
              <a:ext cx="779598" cy="779598"/>
            </a:xfrm>
            <a:prstGeom prst="rect">
              <a:avLst/>
            </a:prstGeom>
            <a:solidFill>
              <a:srgbClr val="00006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#000064</a:t>
              </a:r>
              <a:endParaRPr kumimoji="1" lang="en-US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18" name="矩形 17"/>
            <p:cNvSpPr/>
            <p:nvPr userDrawn="1"/>
          </p:nvSpPr>
          <p:spPr>
            <a:xfrm>
              <a:off x="12232575" y="1553038"/>
              <a:ext cx="779598" cy="779598"/>
            </a:xfrm>
            <a:prstGeom prst="rect">
              <a:avLst/>
            </a:prstGeom>
            <a:solidFill>
              <a:srgbClr val="005A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GB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#005AFF</a:t>
              </a:r>
              <a:endParaRPr kumimoji="1" lang="en-GB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19" name="矩形 18"/>
            <p:cNvSpPr/>
            <p:nvPr userDrawn="1"/>
          </p:nvSpPr>
          <p:spPr>
            <a:xfrm>
              <a:off x="12232575" y="2332636"/>
              <a:ext cx="779598" cy="779598"/>
            </a:xfrm>
            <a:prstGeom prst="rect">
              <a:avLst/>
            </a:prstGeom>
            <a:solidFill>
              <a:srgbClr val="00E1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#00E1FF</a:t>
              </a:r>
              <a:endParaRPr kumimoji="1" lang="en-US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12221980" y="3745767"/>
              <a:ext cx="779598" cy="779598"/>
            </a:xfrm>
            <a:prstGeom prst="rect">
              <a:avLst/>
            </a:prstGeom>
            <a:solidFill>
              <a:srgbClr val="FF5A6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#FF5A6E</a:t>
              </a:r>
              <a:endParaRPr kumimoji="1" lang="en-US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12224891" y="4525366"/>
              <a:ext cx="779598" cy="779598"/>
            </a:xfrm>
            <a:prstGeom prst="rect">
              <a:avLst/>
            </a:prstGeom>
            <a:solidFill>
              <a:srgbClr val="FFD2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#FFD200</a:t>
              </a:r>
              <a:endParaRPr kumimoji="1" lang="en-US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2" name="矩形 21"/>
            <p:cNvSpPr/>
            <p:nvPr userDrawn="1"/>
          </p:nvSpPr>
          <p:spPr>
            <a:xfrm>
              <a:off x="12224891" y="5304964"/>
              <a:ext cx="779598" cy="779598"/>
            </a:xfrm>
            <a:prstGeom prst="rect">
              <a:avLst/>
            </a:prstGeom>
            <a:solidFill>
              <a:srgbClr val="14E69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#14E69B</a:t>
              </a:r>
              <a:endParaRPr kumimoji="1" lang="en-US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3" name="矩形 22"/>
            <p:cNvSpPr/>
            <p:nvPr userDrawn="1"/>
          </p:nvSpPr>
          <p:spPr>
            <a:xfrm>
              <a:off x="12221980" y="6084563"/>
              <a:ext cx="779598" cy="779598"/>
            </a:xfrm>
            <a:prstGeom prst="rect">
              <a:avLst/>
            </a:prstGeom>
            <a:solidFill>
              <a:srgbClr val="644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#6446FF</a:t>
              </a:r>
              <a:endParaRPr kumimoji="1" lang="en-US" altLang="zh-CN" sz="80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4" name="矩形 23"/>
            <p:cNvSpPr/>
            <p:nvPr userDrawn="1"/>
          </p:nvSpPr>
          <p:spPr>
            <a:xfrm>
              <a:off x="13012173" y="-8098"/>
              <a:ext cx="1886042" cy="3119209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r>
                <a:rPr kumimoji="1" lang="en-US" altLang="zh-CN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PPT</a:t>
              </a:r>
              <a:r>
                <a:rPr kumimoji="1" lang="zh-CN" altLang="en-US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一級色彩</a:t>
              </a:r>
              <a:endParaRPr kumimoji="1" lang="en-US" altLang="zh-CN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  <a:p>
              <a:pPr algn="l"/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品牌色</a:t>
              </a:r>
              <a:r>
                <a:rPr kumimoji="1" lang="en-US" altLang="zh-CN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+</a:t>
              </a:r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三款同色系色彩</a:t>
              </a:r>
              <a:endPara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  <a:p>
              <a:pPr algn="l"/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用於標題、正文主要資訊及圖表的呈現</a:t>
              </a:r>
              <a:endPara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</p:txBody>
        </p:sp>
        <p:sp>
          <p:nvSpPr>
            <p:cNvPr id="25" name="矩形 24"/>
            <p:cNvSpPr/>
            <p:nvPr userDrawn="1"/>
          </p:nvSpPr>
          <p:spPr>
            <a:xfrm>
              <a:off x="13001578" y="3745767"/>
              <a:ext cx="1886042" cy="3119209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r>
                <a:rPr kumimoji="1" lang="en-US" altLang="zh-CN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PPT</a:t>
              </a:r>
              <a:r>
                <a:rPr kumimoji="1" lang="zh-CN" altLang="en-US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二級色彩</a:t>
              </a:r>
              <a:endParaRPr kumimoji="1" lang="en-US" altLang="zh-CN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  <a:p>
              <a:pPr algn="l"/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僅用於圖表中，起豐富視覺感受或點綴作用</a:t>
              </a:r>
              <a:endPara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</p:txBody>
        </p:sp>
      </p:grpSp>
      <p:sp>
        <p:nvSpPr>
          <p:cNvPr id="30" name="矩形 29"/>
          <p:cNvSpPr/>
          <p:nvPr userDrawn="1"/>
        </p:nvSpPr>
        <p:spPr>
          <a:xfrm>
            <a:off x="-2614247" y="744279"/>
            <a:ext cx="2592984" cy="611372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kumimoji="1" lang="en-US" altLang="zh-CN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PPT</a:t>
            </a:r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可用字體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  <a:sym typeface="+mn-ea"/>
              </a:rPr>
              <a:t>思源黑體 Noto Sans TC (Traditional Chinese)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序列號底色可選色彩</a:t>
            </a:r>
            <a:endParaRPr kumimoji="1" lang="en-US" altLang="zh-CN" sz="1000" i="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en-US" altLang="zh-CN" sz="1200" i="0" dirty="0"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#00AFF0</a:t>
            </a:r>
            <a:endParaRPr kumimoji="1" lang="en-US" altLang="zh-CN" sz="1200" i="0" dirty="0"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i="0" dirty="0"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#000064</a:t>
            </a:r>
            <a:endParaRPr kumimoji="1" lang="en-US" altLang="zh-CN" sz="1200" i="0" dirty="0"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GB" altLang="zh-CN" sz="1200" i="0" dirty="0"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#005AFF</a:t>
            </a:r>
            <a:endParaRPr kumimoji="1" lang="zh-CN" altLang="en-US" sz="1200" i="0" dirty="0"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序列號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字重：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 Regular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字型大小：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150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標題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字重：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 Regular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字型大小：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50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zh-CN" altLang="en-US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附录页形式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任意形状 35"/>
          <p:cNvSpPr/>
          <p:nvPr userDrawn="1"/>
        </p:nvSpPr>
        <p:spPr>
          <a:xfrm>
            <a:off x="-10795" y="1534795"/>
            <a:ext cx="3387725" cy="3788410"/>
          </a:xfrm>
          <a:custGeom>
            <a:avLst/>
            <a:gdLst>
              <a:gd name="connsiteX0" fmla="*/ 0 w 3540014"/>
              <a:gd name="connsiteY0" fmla="*/ 0 h 3958468"/>
              <a:gd name="connsiteX1" fmla="*/ 1560780 w 3540014"/>
              <a:gd name="connsiteY1" fmla="*/ 0 h 3958468"/>
              <a:gd name="connsiteX2" fmla="*/ 3540014 w 3540014"/>
              <a:gd name="connsiteY2" fmla="*/ 1979234 h 3958468"/>
              <a:gd name="connsiteX3" fmla="*/ 1560780 w 3540014"/>
              <a:gd name="connsiteY3" fmla="*/ 3958468 h 3958468"/>
              <a:gd name="connsiteX4" fmla="*/ 0 w 3540014"/>
              <a:gd name="connsiteY4" fmla="*/ 3958467 h 3958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40014" h="3958468">
                <a:moveTo>
                  <a:pt x="0" y="0"/>
                </a:moveTo>
                <a:lnTo>
                  <a:pt x="1560780" y="0"/>
                </a:lnTo>
                <a:cubicBezTo>
                  <a:pt x="2653881" y="0"/>
                  <a:pt x="3540014" y="886133"/>
                  <a:pt x="3540014" y="1979234"/>
                </a:cubicBezTo>
                <a:cubicBezTo>
                  <a:pt x="3540014" y="3072335"/>
                  <a:pt x="2653881" y="3958468"/>
                  <a:pt x="1560780" y="3958468"/>
                </a:cubicBezTo>
                <a:lnTo>
                  <a:pt x="0" y="3958467"/>
                </a:lnTo>
                <a:close/>
              </a:path>
            </a:pathLst>
          </a:custGeom>
          <a:solidFill>
            <a:srgbClr val="00AF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>
              <a:latin typeface="Noto Sans TC" panose="020B0500000000000000" charset="-120"/>
              <a:ea typeface="Noto Sans TC" panose="020B0500000000000000" charset="-120"/>
            </a:endParaRPr>
          </a:p>
        </p:txBody>
      </p:sp>
      <p:sp>
        <p:nvSpPr>
          <p:cNvPr id="53" name="文本占位符 52"/>
          <p:cNvSpPr>
            <a:spLocks noGrp="1"/>
          </p:cNvSpPr>
          <p:nvPr>
            <p:ph type="body" sz="quarter" idx="11" hasCustomPrompt="1"/>
          </p:nvPr>
        </p:nvSpPr>
        <p:spPr>
          <a:xfrm>
            <a:off x="93810" y="1379507"/>
            <a:ext cx="3130144" cy="4538790"/>
          </a:xfrm>
        </p:spPr>
        <p:txBody>
          <a:bodyPr anchor="ctr">
            <a:noAutofit/>
          </a:bodyPr>
          <a:lstStyle>
            <a:lvl1pPr marL="0" indent="0" algn="ctr">
              <a:buNone/>
              <a:defRPr sz="8700" b="0" i="0">
                <a:solidFill>
                  <a:schemeClr val="bg1"/>
                </a:solidFill>
                <a:latin typeface="Noto Sans TC Medium" panose="020B0600000000000000" charset="-120"/>
                <a:ea typeface="Noto Sans TC Medium" panose="020B0600000000000000" charset="-120"/>
                <a:cs typeface="Noto Sans" panose="020B0502040504090204" pitchFamily="34" charset="0"/>
              </a:defRPr>
            </a:lvl1pPr>
          </a:lstStyle>
          <a:p>
            <a:pPr lvl="0"/>
            <a:r>
              <a:rPr kumimoji="1" lang="zh-CN" altLang="en-US" dirty="0"/>
              <a:t>附錄</a:t>
            </a:r>
            <a:endParaRPr kumimoji="1" lang="en-US" altLang="zh-CN" dirty="0"/>
          </a:p>
        </p:txBody>
      </p:sp>
      <p:sp>
        <p:nvSpPr>
          <p:cNvPr id="30" name="矩形 29"/>
          <p:cNvSpPr/>
          <p:nvPr userDrawn="1"/>
        </p:nvSpPr>
        <p:spPr>
          <a:xfrm>
            <a:off x="-2614247" y="744279"/>
            <a:ext cx="2592984" cy="611372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kumimoji="1" lang="en-US" altLang="zh-CN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PPT</a:t>
            </a:r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可用字體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  <a:sym typeface="+mn-ea"/>
              </a:rPr>
              <a:t>思源黑體 Noto Sans TC (Traditional Chinese)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序列號底色可選色彩</a:t>
            </a:r>
            <a:endParaRPr kumimoji="1" lang="en-US" altLang="zh-CN" sz="1000" b="0" i="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en-US" altLang="zh-CN" sz="1200" b="0" i="0" dirty="0"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#00AFF0</a:t>
            </a:r>
            <a:endParaRPr kumimoji="1" lang="en-US" altLang="zh-CN" sz="1200" b="0" i="0" dirty="0"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dirty="0"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#000064</a:t>
            </a:r>
            <a:endParaRPr kumimoji="1" lang="en-US" altLang="zh-CN" sz="1200" b="0" i="0" dirty="0"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GB" altLang="zh-CN" sz="1200" b="0" i="0" dirty="0"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#005AFF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zh-CN" altLang="en-US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</p:txBody>
      </p:sp>
      <p:sp>
        <p:nvSpPr>
          <p:cNvPr id="31" name="矩形 30"/>
          <p:cNvSpPr/>
          <p:nvPr userDrawn="1"/>
        </p:nvSpPr>
        <p:spPr>
          <a:xfrm>
            <a:off x="-2614247" y="0"/>
            <a:ext cx="2592983" cy="723013"/>
          </a:xfrm>
          <a:prstGeom prst="rect">
            <a:avLst/>
          </a:prstGeom>
          <a:solidFill>
            <a:srgbClr val="FF5A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使用該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PPT</a:t>
            </a:r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模版，請嚴格遵循母版中所展示的字體、色彩、圖形等規範，勿隨意修改母版結構。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2205648" y="-3998"/>
            <a:ext cx="2676235" cy="6873074"/>
            <a:chOff x="12221980" y="-8098"/>
            <a:chExt cx="2676235" cy="6873074"/>
          </a:xfrm>
        </p:grpSpPr>
        <p:sp>
          <p:nvSpPr>
            <p:cNvPr id="14" name="矩形 13"/>
            <p:cNvSpPr/>
            <p:nvPr userDrawn="1"/>
          </p:nvSpPr>
          <p:spPr>
            <a:xfrm>
              <a:off x="12234618" y="-6159"/>
              <a:ext cx="779598" cy="779598"/>
            </a:xfrm>
            <a:prstGeom prst="rect">
              <a:avLst/>
            </a:prstGeom>
            <a:solidFill>
              <a:srgbClr val="00AF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#00AFF0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15" name="矩形 14"/>
            <p:cNvSpPr/>
            <p:nvPr userDrawn="1"/>
          </p:nvSpPr>
          <p:spPr>
            <a:xfrm>
              <a:off x="12232575" y="773439"/>
              <a:ext cx="779598" cy="779598"/>
            </a:xfrm>
            <a:prstGeom prst="rect">
              <a:avLst/>
            </a:prstGeom>
            <a:solidFill>
              <a:srgbClr val="00006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#000064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16" name="矩形 15"/>
            <p:cNvSpPr/>
            <p:nvPr userDrawn="1"/>
          </p:nvSpPr>
          <p:spPr>
            <a:xfrm>
              <a:off x="12232575" y="1553038"/>
              <a:ext cx="779598" cy="779598"/>
            </a:xfrm>
            <a:prstGeom prst="rect">
              <a:avLst/>
            </a:prstGeom>
            <a:solidFill>
              <a:srgbClr val="005A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GB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#005AFF</a:t>
              </a:r>
              <a:endParaRPr kumimoji="1" lang="en-GB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17" name="矩形 16"/>
            <p:cNvSpPr/>
            <p:nvPr userDrawn="1"/>
          </p:nvSpPr>
          <p:spPr>
            <a:xfrm>
              <a:off x="12232575" y="2332636"/>
              <a:ext cx="779598" cy="779598"/>
            </a:xfrm>
            <a:prstGeom prst="rect">
              <a:avLst/>
            </a:prstGeom>
            <a:solidFill>
              <a:srgbClr val="00E1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#00E1FF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18" name="矩形 17"/>
            <p:cNvSpPr/>
            <p:nvPr userDrawn="1"/>
          </p:nvSpPr>
          <p:spPr>
            <a:xfrm>
              <a:off x="12221980" y="3745767"/>
              <a:ext cx="779598" cy="779598"/>
            </a:xfrm>
            <a:prstGeom prst="rect">
              <a:avLst/>
            </a:prstGeom>
            <a:solidFill>
              <a:srgbClr val="FF5A6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#FF5A6E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19" name="矩形 18"/>
            <p:cNvSpPr/>
            <p:nvPr userDrawn="1"/>
          </p:nvSpPr>
          <p:spPr>
            <a:xfrm>
              <a:off x="12224891" y="4525366"/>
              <a:ext cx="779598" cy="779598"/>
            </a:xfrm>
            <a:prstGeom prst="rect">
              <a:avLst/>
            </a:prstGeom>
            <a:solidFill>
              <a:srgbClr val="FFD2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#FFD200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12224891" y="5304964"/>
              <a:ext cx="779598" cy="779598"/>
            </a:xfrm>
            <a:prstGeom prst="rect">
              <a:avLst/>
            </a:prstGeom>
            <a:solidFill>
              <a:srgbClr val="14E69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#14E69B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12221980" y="6084563"/>
              <a:ext cx="779598" cy="779598"/>
            </a:xfrm>
            <a:prstGeom prst="rect">
              <a:avLst/>
            </a:prstGeom>
            <a:solidFill>
              <a:srgbClr val="644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#6446FF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2" name="矩形 21"/>
            <p:cNvSpPr/>
            <p:nvPr userDrawn="1"/>
          </p:nvSpPr>
          <p:spPr>
            <a:xfrm>
              <a:off x="13012173" y="-8098"/>
              <a:ext cx="1886042" cy="3119209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r>
                <a:rPr kumimoji="1" lang="en-US" altLang="zh-CN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PPT</a:t>
              </a:r>
              <a:r>
                <a:rPr kumimoji="1" lang="zh-CN" altLang="en-US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一級色彩</a:t>
              </a:r>
              <a:endParaRPr kumimoji="1" lang="en-US" altLang="zh-CN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  <a:p>
              <a:pPr algn="l"/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品牌色</a:t>
              </a:r>
              <a:r>
                <a:rPr kumimoji="1" lang="en-US" altLang="zh-CN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+</a:t>
              </a:r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三款同色系色彩</a:t>
              </a:r>
              <a:endPara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  <a:p>
              <a:pPr algn="l"/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用於標題、正文主要資訊及圖表的呈現</a:t>
              </a:r>
              <a:endPara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</p:txBody>
        </p:sp>
        <p:sp>
          <p:nvSpPr>
            <p:cNvPr id="23" name="矩形 22"/>
            <p:cNvSpPr/>
            <p:nvPr userDrawn="1"/>
          </p:nvSpPr>
          <p:spPr>
            <a:xfrm>
              <a:off x="13001578" y="3745767"/>
              <a:ext cx="1886042" cy="3119209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r>
                <a:rPr kumimoji="1" lang="en-US" altLang="zh-CN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PPT</a:t>
              </a:r>
              <a:r>
                <a:rPr kumimoji="1" lang="zh-CN" altLang="en-US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二級色彩</a:t>
              </a:r>
              <a:endParaRPr kumimoji="1" lang="en-US" altLang="zh-CN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  <a:p>
              <a:pPr algn="l"/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僅用於圖表中，起豐富視覺感受或點綴作用</a:t>
              </a:r>
              <a:endPara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</p:txBody>
        </p:sp>
      </p:grpSp>
    </p:spTree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附录页形式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任意形状 35"/>
          <p:cNvSpPr/>
          <p:nvPr userDrawn="1"/>
        </p:nvSpPr>
        <p:spPr>
          <a:xfrm>
            <a:off x="-10795" y="1534795"/>
            <a:ext cx="3387725" cy="3788410"/>
          </a:xfrm>
          <a:custGeom>
            <a:avLst/>
            <a:gdLst>
              <a:gd name="connsiteX0" fmla="*/ 0 w 3540014"/>
              <a:gd name="connsiteY0" fmla="*/ 0 h 3958468"/>
              <a:gd name="connsiteX1" fmla="*/ 1560780 w 3540014"/>
              <a:gd name="connsiteY1" fmla="*/ 0 h 3958468"/>
              <a:gd name="connsiteX2" fmla="*/ 3540014 w 3540014"/>
              <a:gd name="connsiteY2" fmla="*/ 1979234 h 3958468"/>
              <a:gd name="connsiteX3" fmla="*/ 1560780 w 3540014"/>
              <a:gd name="connsiteY3" fmla="*/ 3958468 h 3958468"/>
              <a:gd name="connsiteX4" fmla="*/ 0 w 3540014"/>
              <a:gd name="connsiteY4" fmla="*/ 3958467 h 3958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40014" h="3958468">
                <a:moveTo>
                  <a:pt x="0" y="0"/>
                </a:moveTo>
                <a:lnTo>
                  <a:pt x="1560780" y="0"/>
                </a:lnTo>
                <a:cubicBezTo>
                  <a:pt x="2653881" y="0"/>
                  <a:pt x="3540014" y="886133"/>
                  <a:pt x="3540014" y="1979234"/>
                </a:cubicBezTo>
                <a:cubicBezTo>
                  <a:pt x="3540014" y="3072335"/>
                  <a:pt x="2653881" y="3958468"/>
                  <a:pt x="1560780" y="3958468"/>
                </a:cubicBezTo>
                <a:lnTo>
                  <a:pt x="0" y="3958467"/>
                </a:lnTo>
                <a:close/>
              </a:path>
            </a:pathLst>
          </a:custGeom>
          <a:solidFill>
            <a:srgbClr val="0000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>
              <a:latin typeface="Noto Sans TC" panose="020B0500000000000000" charset="-120"/>
              <a:ea typeface="Noto Sans TC" panose="020B0500000000000000" charset="-120"/>
            </a:endParaRPr>
          </a:p>
        </p:txBody>
      </p:sp>
      <p:sp>
        <p:nvSpPr>
          <p:cNvPr id="53" name="文本占位符 52"/>
          <p:cNvSpPr>
            <a:spLocks noGrp="1"/>
          </p:cNvSpPr>
          <p:nvPr>
            <p:ph type="body" sz="quarter" idx="11" hasCustomPrompt="1"/>
          </p:nvPr>
        </p:nvSpPr>
        <p:spPr>
          <a:xfrm>
            <a:off x="93810" y="1379507"/>
            <a:ext cx="3130144" cy="4538790"/>
          </a:xfrm>
        </p:spPr>
        <p:txBody>
          <a:bodyPr anchor="ctr">
            <a:noAutofit/>
          </a:bodyPr>
          <a:lstStyle>
            <a:lvl1pPr marL="0" indent="0" algn="ctr">
              <a:buNone/>
              <a:defRPr sz="8700" b="0" i="0">
                <a:solidFill>
                  <a:schemeClr val="bg1"/>
                </a:solidFill>
                <a:latin typeface="Noto Sans TC Medium" panose="020B0600000000000000" charset="-120"/>
                <a:ea typeface="Noto Sans TC Medium" panose="020B0600000000000000" charset="-120"/>
                <a:cs typeface="Noto Sans" panose="020B0502040504090204" pitchFamily="34" charset="0"/>
              </a:defRPr>
            </a:lvl1pPr>
          </a:lstStyle>
          <a:p>
            <a:pPr lvl="0"/>
            <a:r>
              <a:rPr kumimoji="1" lang="zh-CN" altLang="en-US" dirty="0"/>
              <a:t>附錄</a:t>
            </a:r>
            <a:endParaRPr kumimoji="1" lang="zh-CN" altLang="en-US" dirty="0"/>
          </a:p>
        </p:txBody>
      </p:sp>
      <p:sp>
        <p:nvSpPr>
          <p:cNvPr id="30" name="矩形 29"/>
          <p:cNvSpPr/>
          <p:nvPr userDrawn="1"/>
        </p:nvSpPr>
        <p:spPr>
          <a:xfrm>
            <a:off x="-2614247" y="744279"/>
            <a:ext cx="2592984" cy="611372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kumimoji="1" lang="en-US" altLang="zh-CN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PPT</a:t>
            </a:r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可用字體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  <a:sym typeface="+mn-ea"/>
              </a:rPr>
              <a:t>思源黑體 Noto Sans TC (Traditional Chinese)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序列號底色可選色彩</a:t>
            </a:r>
            <a:endParaRPr kumimoji="1" lang="en-US" altLang="zh-CN" sz="1000" b="0" i="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en-US" altLang="zh-CN" sz="1200" b="0" i="0" dirty="0"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#00AFF0</a:t>
            </a:r>
            <a:endParaRPr kumimoji="1" lang="en-US" altLang="zh-CN" sz="1200" b="0" i="0" dirty="0"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dirty="0"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#000064</a:t>
            </a:r>
            <a:endParaRPr kumimoji="1" lang="en-US" altLang="zh-CN" sz="1200" b="0" i="0" dirty="0"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GB" altLang="zh-CN" sz="1200" b="0" i="0" dirty="0"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#005AFF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zh-CN" altLang="en-US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</p:txBody>
      </p:sp>
      <p:sp>
        <p:nvSpPr>
          <p:cNvPr id="31" name="矩形 30"/>
          <p:cNvSpPr/>
          <p:nvPr userDrawn="1"/>
        </p:nvSpPr>
        <p:spPr>
          <a:xfrm>
            <a:off x="-2614247" y="0"/>
            <a:ext cx="2592983" cy="723013"/>
          </a:xfrm>
          <a:prstGeom prst="rect">
            <a:avLst/>
          </a:prstGeom>
          <a:solidFill>
            <a:srgbClr val="FF5A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使用該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PPT</a:t>
            </a:r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模版，請嚴格遵循母版中所展示的字體、色彩、圖形等規範，勿隨意修改母版結構。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2205648" y="-3998"/>
            <a:ext cx="2676235" cy="6873074"/>
            <a:chOff x="12221980" y="-8098"/>
            <a:chExt cx="2676235" cy="6873074"/>
          </a:xfrm>
        </p:grpSpPr>
        <p:sp>
          <p:nvSpPr>
            <p:cNvPr id="14" name="矩形 13"/>
            <p:cNvSpPr/>
            <p:nvPr userDrawn="1"/>
          </p:nvSpPr>
          <p:spPr>
            <a:xfrm>
              <a:off x="12234618" y="-6159"/>
              <a:ext cx="779598" cy="779598"/>
            </a:xfrm>
            <a:prstGeom prst="rect">
              <a:avLst/>
            </a:prstGeom>
            <a:solidFill>
              <a:srgbClr val="00AF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#00AFF0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15" name="矩形 14"/>
            <p:cNvSpPr/>
            <p:nvPr userDrawn="1"/>
          </p:nvSpPr>
          <p:spPr>
            <a:xfrm>
              <a:off x="12232575" y="773439"/>
              <a:ext cx="779598" cy="779598"/>
            </a:xfrm>
            <a:prstGeom prst="rect">
              <a:avLst/>
            </a:prstGeom>
            <a:solidFill>
              <a:srgbClr val="00006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#000064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16" name="矩形 15"/>
            <p:cNvSpPr/>
            <p:nvPr userDrawn="1"/>
          </p:nvSpPr>
          <p:spPr>
            <a:xfrm>
              <a:off x="12232575" y="1553038"/>
              <a:ext cx="779598" cy="779598"/>
            </a:xfrm>
            <a:prstGeom prst="rect">
              <a:avLst/>
            </a:prstGeom>
            <a:solidFill>
              <a:srgbClr val="005A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GB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#005AFF</a:t>
              </a:r>
              <a:endParaRPr kumimoji="1" lang="en-GB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17" name="矩形 16"/>
            <p:cNvSpPr/>
            <p:nvPr userDrawn="1"/>
          </p:nvSpPr>
          <p:spPr>
            <a:xfrm>
              <a:off x="12232575" y="2332636"/>
              <a:ext cx="779598" cy="779598"/>
            </a:xfrm>
            <a:prstGeom prst="rect">
              <a:avLst/>
            </a:prstGeom>
            <a:solidFill>
              <a:srgbClr val="00E1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#00E1FF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18" name="矩形 17"/>
            <p:cNvSpPr/>
            <p:nvPr userDrawn="1"/>
          </p:nvSpPr>
          <p:spPr>
            <a:xfrm>
              <a:off x="12221980" y="3745767"/>
              <a:ext cx="779598" cy="779598"/>
            </a:xfrm>
            <a:prstGeom prst="rect">
              <a:avLst/>
            </a:prstGeom>
            <a:solidFill>
              <a:srgbClr val="FF5A6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#FF5A6E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19" name="矩形 18"/>
            <p:cNvSpPr/>
            <p:nvPr userDrawn="1"/>
          </p:nvSpPr>
          <p:spPr>
            <a:xfrm>
              <a:off x="12224891" y="4525366"/>
              <a:ext cx="779598" cy="779598"/>
            </a:xfrm>
            <a:prstGeom prst="rect">
              <a:avLst/>
            </a:prstGeom>
            <a:solidFill>
              <a:srgbClr val="FFD2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#FFD200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12224891" y="5304964"/>
              <a:ext cx="779598" cy="779598"/>
            </a:xfrm>
            <a:prstGeom prst="rect">
              <a:avLst/>
            </a:prstGeom>
            <a:solidFill>
              <a:srgbClr val="14E69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#14E69B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12221980" y="6084563"/>
              <a:ext cx="779598" cy="779598"/>
            </a:xfrm>
            <a:prstGeom prst="rect">
              <a:avLst/>
            </a:prstGeom>
            <a:solidFill>
              <a:srgbClr val="644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#6446FF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2" name="矩形 21"/>
            <p:cNvSpPr/>
            <p:nvPr userDrawn="1"/>
          </p:nvSpPr>
          <p:spPr>
            <a:xfrm>
              <a:off x="13012173" y="-8098"/>
              <a:ext cx="1886042" cy="3119209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r>
                <a:rPr kumimoji="1" lang="en-US" altLang="zh-CN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PPT</a:t>
              </a:r>
              <a:r>
                <a:rPr kumimoji="1" lang="zh-CN" altLang="en-US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一級色彩</a:t>
              </a:r>
              <a:endParaRPr kumimoji="1" lang="en-US" altLang="zh-CN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  <a:p>
              <a:pPr algn="l"/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品牌色</a:t>
              </a:r>
              <a:r>
                <a:rPr kumimoji="1" lang="en-US" altLang="zh-CN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+</a:t>
              </a:r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三款同色系色彩</a:t>
              </a:r>
              <a:endPara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  <a:p>
              <a:pPr algn="l"/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用於標題、正文主要資訊及圖表的呈現</a:t>
              </a:r>
              <a:endPara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</p:txBody>
        </p:sp>
        <p:sp>
          <p:nvSpPr>
            <p:cNvPr id="23" name="矩形 22"/>
            <p:cNvSpPr/>
            <p:nvPr userDrawn="1"/>
          </p:nvSpPr>
          <p:spPr>
            <a:xfrm>
              <a:off x="13001578" y="3745767"/>
              <a:ext cx="1886042" cy="3119209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r>
                <a:rPr kumimoji="1" lang="en-US" altLang="zh-CN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PPT</a:t>
              </a:r>
              <a:r>
                <a:rPr kumimoji="1" lang="zh-CN" altLang="en-US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二級色彩</a:t>
              </a:r>
              <a:endParaRPr kumimoji="1" lang="en-US" altLang="zh-CN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  <a:p>
              <a:pPr algn="l"/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僅用於圖表中，起豐富視覺感受或點綴作用</a:t>
              </a:r>
              <a:endPara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</p:txBody>
        </p:sp>
      </p:grpSp>
    </p:spTree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附录页形式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任意形状 35"/>
          <p:cNvSpPr/>
          <p:nvPr userDrawn="1"/>
        </p:nvSpPr>
        <p:spPr>
          <a:xfrm>
            <a:off x="-10795" y="1534795"/>
            <a:ext cx="3387725" cy="3788410"/>
          </a:xfrm>
          <a:custGeom>
            <a:avLst/>
            <a:gdLst>
              <a:gd name="connsiteX0" fmla="*/ 0 w 3540014"/>
              <a:gd name="connsiteY0" fmla="*/ 0 h 3958468"/>
              <a:gd name="connsiteX1" fmla="*/ 1560780 w 3540014"/>
              <a:gd name="connsiteY1" fmla="*/ 0 h 3958468"/>
              <a:gd name="connsiteX2" fmla="*/ 3540014 w 3540014"/>
              <a:gd name="connsiteY2" fmla="*/ 1979234 h 3958468"/>
              <a:gd name="connsiteX3" fmla="*/ 1560780 w 3540014"/>
              <a:gd name="connsiteY3" fmla="*/ 3958468 h 3958468"/>
              <a:gd name="connsiteX4" fmla="*/ 0 w 3540014"/>
              <a:gd name="connsiteY4" fmla="*/ 3958467 h 3958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40014" h="3958468">
                <a:moveTo>
                  <a:pt x="0" y="0"/>
                </a:moveTo>
                <a:lnTo>
                  <a:pt x="1560780" y="0"/>
                </a:lnTo>
                <a:cubicBezTo>
                  <a:pt x="2653881" y="0"/>
                  <a:pt x="3540014" y="886133"/>
                  <a:pt x="3540014" y="1979234"/>
                </a:cubicBezTo>
                <a:cubicBezTo>
                  <a:pt x="3540014" y="3072335"/>
                  <a:pt x="2653881" y="3958468"/>
                  <a:pt x="1560780" y="3958468"/>
                </a:cubicBezTo>
                <a:lnTo>
                  <a:pt x="0" y="3958467"/>
                </a:lnTo>
                <a:close/>
              </a:path>
            </a:pathLst>
          </a:custGeom>
          <a:solidFill>
            <a:srgbClr val="005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>
              <a:latin typeface="Noto Sans TC" panose="020B0500000000000000" charset="-120"/>
              <a:ea typeface="Noto Sans TC" panose="020B0500000000000000" charset="-120"/>
            </a:endParaRPr>
          </a:p>
        </p:txBody>
      </p:sp>
      <p:sp>
        <p:nvSpPr>
          <p:cNvPr id="53" name="文本占位符 52"/>
          <p:cNvSpPr>
            <a:spLocks noGrp="1"/>
          </p:cNvSpPr>
          <p:nvPr>
            <p:ph type="body" sz="quarter" idx="11" hasCustomPrompt="1"/>
          </p:nvPr>
        </p:nvSpPr>
        <p:spPr>
          <a:xfrm>
            <a:off x="93810" y="1379507"/>
            <a:ext cx="3130144" cy="4538790"/>
          </a:xfrm>
        </p:spPr>
        <p:txBody>
          <a:bodyPr anchor="ctr">
            <a:noAutofit/>
          </a:bodyPr>
          <a:lstStyle>
            <a:lvl1pPr marL="0" indent="0" algn="ctr">
              <a:buNone/>
              <a:defRPr sz="8700" b="0" i="0">
                <a:solidFill>
                  <a:schemeClr val="bg1"/>
                </a:solidFill>
                <a:latin typeface="Noto Sans TC Medium" panose="020B0600000000000000" charset="-120"/>
                <a:ea typeface="Noto Sans TC Medium" panose="020B0600000000000000" charset="-120"/>
                <a:cs typeface="Noto Sans" panose="020B0502040504090204" pitchFamily="34" charset="0"/>
              </a:defRPr>
            </a:lvl1pPr>
          </a:lstStyle>
          <a:p>
            <a:pPr lvl="0"/>
            <a:r>
              <a:rPr kumimoji="1" lang="zh-CN" altLang="en-US" dirty="0"/>
              <a:t>附錄</a:t>
            </a:r>
            <a:endParaRPr kumimoji="1" lang="zh-CN" altLang="en-US" dirty="0"/>
          </a:p>
        </p:txBody>
      </p:sp>
      <p:sp>
        <p:nvSpPr>
          <p:cNvPr id="30" name="矩形 29"/>
          <p:cNvSpPr/>
          <p:nvPr userDrawn="1"/>
        </p:nvSpPr>
        <p:spPr>
          <a:xfrm>
            <a:off x="-2614247" y="744279"/>
            <a:ext cx="2592984" cy="611372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kumimoji="1" lang="en-US" altLang="zh-CN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PPT</a:t>
            </a:r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可用字體</a:t>
            </a:r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  <a:sym typeface="+mn-ea"/>
              </a:rPr>
              <a:t>思源黑體 Noto Sans TC (Traditional Chinese)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sz="10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zh-CN" altLang="en-US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序列號底色可選色彩</a:t>
            </a:r>
            <a:endParaRPr kumimoji="1" lang="en-US" altLang="zh-CN" sz="1000" b="0" i="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r>
              <a:rPr kumimoji="1" lang="en-US" altLang="zh-CN" sz="1200" b="0" i="0" dirty="0"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#00AFF0</a:t>
            </a:r>
            <a:endParaRPr kumimoji="1" lang="en-US" altLang="zh-CN" sz="1200" b="0" i="0" dirty="0"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dirty="0"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#000064</a:t>
            </a:r>
            <a:endParaRPr kumimoji="1" lang="en-US" altLang="zh-CN" sz="1200" b="0" i="0" dirty="0"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GB" altLang="zh-CN" sz="1200" b="0" i="0" dirty="0"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#005AFF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en-US" altLang="zh-CN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  <a:p>
            <a:pPr algn="l"/>
            <a:endParaRPr kumimoji="1" lang="zh-CN" altLang="en-US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</p:txBody>
      </p:sp>
      <p:sp>
        <p:nvSpPr>
          <p:cNvPr id="31" name="矩形 30"/>
          <p:cNvSpPr/>
          <p:nvPr userDrawn="1"/>
        </p:nvSpPr>
        <p:spPr>
          <a:xfrm>
            <a:off x="-2614247" y="0"/>
            <a:ext cx="2592983" cy="723013"/>
          </a:xfrm>
          <a:prstGeom prst="rect">
            <a:avLst/>
          </a:prstGeom>
          <a:solidFill>
            <a:srgbClr val="FF5A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使用該</a:t>
            </a:r>
            <a:r>
              <a: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PPT</a:t>
            </a:r>
            <a:r>
              <a:rPr kumimoji="1" lang="zh-CN" altLang="en-US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rPr>
              <a:t>模版，請嚴格遵循母版中所展示的字體、色彩、圖形等規範，勿隨意修改母版結構。</a:t>
            </a:r>
            <a:endParaRPr kumimoji="1" lang="en-US" altLang="zh-CN" sz="1200" dirty="0">
              <a:solidFill>
                <a:schemeClr val="bg1"/>
              </a:solidFill>
              <a:latin typeface="Noto Sans TC" panose="020B0500000000000000" charset="-120"/>
              <a:ea typeface="Noto Sans TC" panose="020B0500000000000000" charset="-120"/>
              <a:cs typeface="Noto Sans TC" panose="020B0500000000000000" charset="-120"/>
            </a:endParaRPr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2205648" y="-3998"/>
            <a:ext cx="2676235" cy="6873074"/>
            <a:chOff x="12221980" y="-8098"/>
            <a:chExt cx="2676235" cy="6873074"/>
          </a:xfrm>
        </p:grpSpPr>
        <p:sp>
          <p:nvSpPr>
            <p:cNvPr id="14" name="矩形 13"/>
            <p:cNvSpPr/>
            <p:nvPr userDrawn="1"/>
          </p:nvSpPr>
          <p:spPr>
            <a:xfrm>
              <a:off x="12234618" y="-6159"/>
              <a:ext cx="779598" cy="779598"/>
            </a:xfrm>
            <a:prstGeom prst="rect">
              <a:avLst/>
            </a:prstGeom>
            <a:solidFill>
              <a:srgbClr val="00AF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#00AFF0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15" name="矩形 14"/>
            <p:cNvSpPr/>
            <p:nvPr userDrawn="1"/>
          </p:nvSpPr>
          <p:spPr>
            <a:xfrm>
              <a:off x="12232575" y="773439"/>
              <a:ext cx="779598" cy="779598"/>
            </a:xfrm>
            <a:prstGeom prst="rect">
              <a:avLst/>
            </a:prstGeom>
            <a:solidFill>
              <a:srgbClr val="00006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#000064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16" name="矩形 15"/>
            <p:cNvSpPr/>
            <p:nvPr userDrawn="1"/>
          </p:nvSpPr>
          <p:spPr>
            <a:xfrm>
              <a:off x="12232575" y="1553038"/>
              <a:ext cx="779598" cy="779598"/>
            </a:xfrm>
            <a:prstGeom prst="rect">
              <a:avLst/>
            </a:prstGeom>
            <a:solidFill>
              <a:srgbClr val="005A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GB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#005AFF</a:t>
              </a:r>
              <a:endParaRPr kumimoji="1" lang="en-GB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17" name="矩形 16"/>
            <p:cNvSpPr/>
            <p:nvPr userDrawn="1"/>
          </p:nvSpPr>
          <p:spPr>
            <a:xfrm>
              <a:off x="12232575" y="2332636"/>
              <a:ext cx="779598" cy="779598"/>
            </a:xfrm>
            <a:prstGeom prst="rect">
              <a:avLst/>
            </a:prstGeom>
            <a:solidFill>
              <a:srgbClr val="00E1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#00E1FF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18" name="矩形 17"/>
            <p:cNvSpPr/>
            <p:nvPr userDrawn="1"/>
          </p:nvSpPr>
          <p:spPr>
            <a:xfrm>
              <a:off x="12221980" y="3745767"/>
              <a:ext cx="779598" cy="779598"/>
            </a:xfrm>
            <a:prstGeom prst="rect">
              <a:avLst/>
            </a:prstGeom>
            <a:solidFill>
              <a:srgbClr val="FF5A6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#FF5A6E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19" name="矩形 18"/>
            <p:cNvSpPr/>
            <p:nvPr userDrawn="1"/>
          </p:nvSpPr>
          <p:spPr>
            <a:xfrm>
              <a:off x="12224891" y="4525366"/>
              <a:ext cx="779598" cy="779598"/>
            </a:xfrm>
            <a:prstGeom prst="rect">
              <a:avLst/>
            </a:prstGeom>
            <a:solidFill>
              <a:srgbClr val="FFD2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#FFD200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12224891" y="5304964"/>
              <a:ext cx="779598" cy="779598"/>
            </a:xfrm>
            <a:prstGeom prst="rect">
              <a:avLst/>
            </a:prstGeom>
            <a:solidFill>
              <a:srgbClr val="14E69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#14E69B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12221980" y="6084563"/>
              <a:ext cx="779598" cy="779598"/>
            </a:xfrm>
            <a:prstGeom prst="rect">
              <a:avLst/>
            </a:prstGeom>
            <a:solidFill>
              <a:srgbClr val="644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800" b="0" i="0" dirty="0">
                  <a:latin typeface="Noto Sans TC" panose="020B0500000000000000" charset="-120"/>
                  <a:ea typeface="Noto Sans TC" panose="020B0500000000000000" charset="-120"/>
                  <a:cs typeface="Noto Sans" panose="020B0502040504090204" pitchFamily="34" charset="0"/>
                </a:rPr>
                <a:t>#6446FF</a:t>
              </a:r>
              <a:endParaRPr kumimoji="1" lang="en-US" altLang="zh-CN" sz="800" b="0" i="0" dirty="0">
                <a:latin typeface="Noto Sans TC" panose="020B0500000000000000" charset="-120"/>
                <a:ea typeface="Noto Sans TC" panose="020B0500000000000000" charset="-120"/>
                <a:cs typeface="Noto Sans" panose="020B0502040504090204" pitchFamily="34" charset="0"/>
              </a:endParaRPr>
            </a:p>
          </p:txBody>
        </p:sp>
        <p:sp>
          <p:nvSpPr>
            <p:cNvPr id="22" name="矩形 21"/>
            <p:cNvSpPr/>
            <p:nvPr userDrawn="1"/>
          </p:nvSpPr>
          <p:spPr>
            <a:xfrm>
              <a:off x="13012173" y="-8098"/>
              <a:ext cx="1886042" cy="3119209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r>
                <a:rPr kumimoji="1" lang="en-US" altLang="zh-CN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PPT</a:t>
              </a:r>
              <a:r>
                <a:rPr kumimoji="1" lang="zh-CN" altLang="en-US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一級色彩</a:t>
              </a:r>
              <a:endParaRPr kumimoji="1" lang="en-US" altLang="zh-CN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  <a:p>
              <a:pPr algn="l"/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品牌色</a:t>
              </a:r>
              <a:r>
                <a:rPr kumimoji="1" lang="en-US" altLang="zh-CN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+</a:t>
              </a:r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三款同色系色彩</a:t>
              </a:r>
              <a:endPara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  <a:p>
              <a:pPr algn="l"/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用於標題、正文主要資訊及圖表的呈現</a:t>
              </a:r>
              <a:endPara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</p:txBody>
        </p:sp>
        <p:sp>
          <p:nvSpPr>
            <p:cNvPr id="23" name="矩形 22"/>
            <p:cNvSpPr/>
            <p:nvPr userDrawn="1"/>
          </p:nvSpPr>
          <p:spPr>
            <a:xfrm>
              <a:off x="13001578" y="3745767"/>
              <a:ext cx="1886042" cy="3119209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r>
                <a:rPr kumimoji="1" lang="en-US" altLang="zh-CN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PPT</a:t>
              </a:r>
              <a:r>
                <a:rPr kumimoji="1" lang="zh-CN" altLang="en-US" sz="10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二級色彩</a:t>
              </a:r>
              <a:endParaRPr kumimoji="1" lang="en-US" altLang="zh-CN" sz="10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  <a:p>
              <a:pPr algn="l"/>
              <a:r>
                <a:rPr kumimoji="1" lang="zh-CN" altLang="en-US" sz="1200" dirty="0">
                  <a:solidFill>
                    <a:schemeClr val="bg1"/>
                  </a:solidFill>
                  <a:latin typeface="Noto Sans TC" panose="020B0500000000000000" charset="-120"/>
                  <a:ea typeface="Noto Sans TC" panose="020B0500000000000000" charset="-120"/>
                  <a:cs typeface="Noto Sans TC" panose="020B0500000000000000" charset="-120"/>
                </a:rPr>
                <a:t>僅用於圖表中，起豐富視覺感受或點綴作用</a:t>
              </a:r>
              <a:endParaRPr kumimoji="1" lang="en-US" altLang="zh-CN" sz="1200" dirty="0">
                <a:solidFill>
                  <a:schemeClr val="bg1"/>
                </a:solidFill>
                <a:latin typeface="Noto Sans TC" panose="020B0500000000000000" charset="-120"/>
                <a:ea typeface="Noto Sans TC" panose="020B0500000000000000" charset="-120"/>
                <a:cs typeface="Noto Sans TC" panose="020B0500000000000000" charset="-120"/>
              </a:endParaRPr>
            </a:p>
          </p:txBody>
        </p:sp>
      </p:grp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heme" Target="../theme/theme2.xml"/><Relationship Id="rId8" Type="http://schemas.openxmlformats.org/officeDocument/2006/relationships/image" Target="../media/image10.png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單擊此處編輯母版標題樣式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單擊此處編輯母版文本樣式</a:t>
            </a:r>
            <a:endParaRPr kumimoji="1" lang="zh-CN" altLang="en-US"/>
          </a:p>
          <a:p>
            <a:pPr lvl="1"/>
            <a:r>
              <a:rPr kumimoji="1" lang="zh-CN" altLang="en-US"/>
              <a:t>二級</a:t>
            </a:r>
            <a:endParaRPr kumimoji="1" lang="zh-CN" altLang="en-US"/>
          </a:p>
          <a:p>
            <a:pPr lvl="2"/>
            <a:r>
              <a:rPr kumimoji="1" lang="zh-CN" altLang="en-US"/>
              <a:t>三級</a:t>
            </a:r>
            <a:endParaRPr kumimoji="1" lang="zh-CN" altLang="en-US"/>
          </a:p>
          <a:p>
            <a:pPr lvl="3"/>
            <a:r>
              <a:rPr kumimoji="1" lang="zh-CN" altLang="en-US"/>
              <a:t>四級</a:t>
            </a:r>
            <a:endParaRPr kumimoji="1" lang="zh-CN" altLang="en-US"/>
          </a:p>
          <a:p>
            <a:pPr lvl="4"/>
            <a:r>
              <a:rPr kumimoji="1" lang="zh-CN" altLang="en-US"/>
              <a:t>五級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Noto Sans TC" panose="020B0500000000000000" charset="-120"/>
                <a:ea typeface="Noto Sans TC" panose="020B0500000000000000" charset="-120"/>
              </a:defRPr>
            </a:lvl1pPr>
          </a:lstStyle>
          <a:p>
            <a:r>
              <a:rPr kumimoji="1" lang="zh-CN" altLang="en-US" smtClean="0"/>
              <a:t>2</a:t>
            </a:r>
            <a:r>
              <a:rPr kumimoji="1" lang="zh-CN" altLang="en-US"/>
              <a:t>024-12-27</a:t>
            </a:r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Noto Sans TC" panose="020B0500000000000000" charset="-120"/>
                <a:ea typeface="Noto Sans TC" panose="020B0500000000000000" charset="-120"/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Noto Sans TC" panose="020B0500000000000000" charset="-120"/>
                <a:ea typeface="Noto Sans TC" panose="020B0500000000000000" charset="-120"/>
              </a:defRPr>
            </a:lvl1pPr>
          </a:lstStyle>
          <a:p>
            <a:fld id="{BFE79AAB-2B78-0C44-8B59-D0213C69E5D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Noto Sans TC Medium" panose="020B0600000000000000" charset="-120"/>
          <a:ea typeface="Noto Sans TC Medium" panose="020B0600000000000000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Noto Sans TC" panose="020B0500000000000000" charset="-120"/>
          <a:ea typeface="Noto Sans TC" panose="020B0500000000000000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ans TC" panose="020B0500000000000000" charset="-120"/>
          <a:ea typeface="Noto Sans TC" panose="020B0500000000000000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ans TC" panose="020B0500000000000000" charset="-120"/>
          <a:ea typeface="Noto Sans TC" panose="020B0500000000000000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TC" panose="020B0500000000000000" charset="-120"/>
          <a:ea typeface="Noto Sans TC" panose="020B0500000000000000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TC" panose="020B0500000000000000" charset="-120"/>
          <a:ea typeface="Noto Sans TC" panose="020B0500000000000000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资源 13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5715" y="0"/>
            <a:ext cx="12180570" cy="6858000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單擊此處編輯母版標題樣式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單擊此處編輯母版文本樣式</a:t>
            </a:r>
            <a:endParaRPr lang="zh-CN" altLang="en-US" dirty="0"/>
          </a:p>
          <a:p>
            <a:pPr lvl="1"/>
            <a:r>
              <a:rPr lang="zh-CN" altLang="en-US" dirty="0"/>
              <a:t>第二級</a:t>
            </a:r>
            <a:endParaRPr lang="zh-CN" altLang="en-US" dirty="0"/>
          </a:p>
          <a:p>
            <a:pPr lvl="2"/>
            <a:r>
              <a:rPr lang="zh-CN" altLang="en-US" dirty="0"/>
              <a:t>第三級</a:t>
            </a:r>
            <a:endParaRPr lang="zh-CN" altLang="en-US" dirty="0"/>
          </a:p>
          <a:p>
            <a:pPr lvl="3"/>
            <a:r>
              <a:rPr lang="zh-CN" altLang="en-US" dirty="0"/>
              <a:t>第四級</a:t>
            </a:r>
            <a:endParaRPr lang="zh-CN" altLang="en-US" dirty="0"/>
          </a:p>
          <a:p>
            <a:pPr lvl="4"/>
            <a:r>
              <a:rPr lang="zh-CN" altLang="en-US" dirty="0"/>
              <a:t>第五級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Noto Sans TC" panose="020B0500000000000000" charset="-120"/>
                <a:ea typeface="Noto Sans TC" panose="020B0500000000000000" charset="-120"/>
              </a:defRPr>
            </a:lvl1pPr>
          </a:lstStyle>
          <a:p>
            <a:r>
              <a:rPr lang="zh-CN" altLang="en-US" smtClean="0"/>
              <a:t>2</a:t>
            </a:r>
            <a:r>
              <a:rPr lang="zh-CN" altLang="en-US" dirty="0"/>
              <a:t>024-12-27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Noto Sans TC" panose="020B0500000000000000" charset="-120"/>
                <a:ea typeface="Noto Sans TC" panose="020B0500000000000000" charset="-12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Noto Sans TC" panose="020B0500000000000000" charset="-120"/>
                <a:ea typeface="Noto Sans TC" panose="020B0500000000000000" charset="-12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Noto Sans TC Medium" panose="020B0600000000000000" charset="-120"/>
          <a:ea typeface="Noto Sans TC Medium" panose="020B0600000000000000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Noto Sans TC" panose="020B0500000000000000" charset="-120"/>
          <a:ea typeface="Noto Sans TC" panose="020B0500000000000000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ans TC" panose="020B0500000000000000" charset="-120"/>
          <a:ea typeface="Noto Sans TC" panose="020B0500000000000000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ans TC" panose="020B0500000000000000" charset="-120"/>
          <a:ea typeface="Noto Sans TC" panose="020B0500000000000000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TC" panose="020B0500000000000000" charset="-120"/>
          <a:ea typeface="Noto Sans TC" panose="020B0500000000000000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TC" panose="020B0500000000000000" charset="-120"/>
          <a:ea typeface="Noto Sans TC" panose="020B0500000000000000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1"/>
          </p:nvPr>
        </p:nvSpPr>
        <p:spPr/>
        <p:txBody>
          <a:bodyPr>
            <a:noAutofit/>
          </a:bodyPr>
          <a:lstStyle/>
          <a:p>
            <a:r>
              <a:rPr kumimoji="1" lang="en-US" sz="2400" dirty="0">
                <a:sym typeface="+mn-ea"/>
              </a:rPr>
              <a:t>T</a:t>
            </a:r>
            <a:r>
              <a:rPr kumimoji="1" lang="zh-TW" altLang="en-US" sz="2400" dirty="0">
                <a:sym typeface="+mn-ea"/>
              </a:rPr>
              <a:t>交付</a:t>
            </a:r>
            <a:endParaRPr kumimoji="1" lang="zh-TW" altLang="en-US" sz="2400"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en-US" altLang="zh-CN" dirty="0">
                <a:sym typeface="+mn-ea"/>
              </a:rPr>
              <a:t>202</a:t>
            </a:r>
            <a:r>
              <a:rPr kumimoji="1" lang="en-US" dirty="0">
                <a:sym typeface="+mn-ea"/>
              </a:rPr>
              <a:t>5.04.15</a:t>
            </a:r>
            <a:endParaRPr lang="en-US" dirty="0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信邦</a:t>
            </a:r>
            <a:r>
              <a:rPr lang="zh-TW" altLang="en-US" dirty="0"/>
              <a:t>初步規劃彙報</a:t>
            </a:r>
            <a:r>
              <a:rPr lang="en-US" altLang="zh-TW" dirty="0"/>
              <a:t>_</a:t>
            </a:r>
            <a:r>
              <a:rPr lang="zh-TW" altLang="en-US" dirty="0"/>
              <a:t>財務</a:t>
            </a:r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TW" altLang="en-US"/>
              <a:t>關鍵議題</a:t>
            </a:r>
            <a:endParaRPr lang="zh-TW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en-US" altLang="zh-CN"/>
              <a:t>01</a:t>
            </a:r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14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fontAlgn="auto">
              <a:spcBef>
                <a:spcPts val="500"/>
              </a:spcBef>
            </a:pPr>
            <a:r>
              <a:rPr lang="zh-CN" altLang="en-US"/>
              <a:t>單擊此處編輯正文一級標題</a:t>
            </a:r>
            <a:endParaRPr lang="zh-CN" altLang="en-US"/>
          </a:p>
          <a:p>
            <a:pPr lvl="2" fontAlgn="auto">
              <a:spcBef>
                <a:spcPts val="500"/>
              </a:spcBef>
            </a:pPr>
            <a:r>
              <a:rPr kumimoji="1" lang="zh-CN" altLang="en-US" dirty="0">
                <a:sym typeface="+mn-ea"/>
              </a:rPr>
              <a:t>單擊此處編輯正文二級標題</a:t>
            </a:r>
            <a:endParaRPr kumimoji="1" lang="zh-CN" altLang="en-US" sz="2400" dirty="0"/>
          </a:p>
          <a:p>
            <a:pPr lvl="3" fontAlgn="auto">
              <a:spcBef>
                <a:spcPts val="500"/>
              </a:spcBef>
            </a:pPr>
            <a:r>
              <a:rPr kumimoji="1" lang="zh-CN" altLang="en-US" dirty="0">
                <a:sym typeface="+mn-ea"/>
              </a:rPr>
              <a:t>單擊此處編輯正文內容</a:t>
            </a:r>
            <a:endParaRPr kumimoji="1" lang="zh-CN" altLang="en-US" dirty="0"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TW" altLang="en-US" dirty="0"/>
              <a:t>人工檢核發票總額</a:t>
            </a:r>
            <a:endParaRPr lang="zh-TW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FE79AAB-2B78-0C44-8B59-D0213C69E5D4}" type="slidenum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zh-CN" altLang="en-US"/>
              <a:t>單擊此處編輯最小注釋內容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14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fontAlgn="auto">
              <a:spcBef>
                <a:spcPts val="500"/>
              </a:spcBef>
            </a:pPr>
            <a:r>
              <a:rPr lang="zh-CN" altLang="en-US"/>
              <a:t>單擊此處編輯正文一級標題</a:t>
            </a:r>
            <a:endParaRPr lang="zh-CN" altLang="en-US"/>
          </a:p>
          <a:p>
            <a:pPr lvl="2" fontAlgn="auto">
              <a:spcBef>
                <a:spcPts val="500"/>
              </a:spcBef>
            </a:pPr>
            <a:r>
              <a:rPr kumimoji="1" lang="zh-CN" altLang="en-US" dirty="0">
                <a:sym typeface="+mn-ea"/>
              </a:rPr>
              <a:t>單擊此處編輯正文二級標題</a:t>
            </a:r>
            <a:endParaRPr kumimoji="1" lang="zh-CN" altLang="en-US" sz="2400" dirty="0"/>
          </a:p>
          <a:p>
            <a:pPr lvl="3" fontAlgn="auto">
              <a:spcBef>
                <a:spcPts val="500"/>
              </a:spcBef>
            </a:pPr>
            <a:r>
              <a:rPr kumimoji="1" lang="zh-CN" altLang="en-US" dirty="0">
                <a:sym typeface="+mn-ea"/>
              </a:rPr>
              <a:t>單擊此處編輯正文內容</a:t>
            </a:r>
            <a:endParaRPr kumimoji="1" lang="zh-CN" altLang="en-US" dirty="0"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TW" altLang="en-US" dirty="0"/>
              <a:t>發票與立帳金額不符</a:t>
            </a:r>
            <a:endParaRPr lang="zh-TW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FE79AAB-2B78-0C44-8B59-D0213C69E5D4}" type="slidenum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zh-CN" altLang="en-US"/>
              <a:t>單擊此處編輯最小注釋內容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14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fontAlgn="auto">
              <a:spcBef>
                <a:spcPts val="500"/>
              </a:spcBef>
            </a:pPr>
            <a:r>
              <a:rPr lang="zh-CN" altLang="en-US"/>
              <a:t>單擊此處編輯正文一級標題</a:t>
            </a:r>
            <a:endParaRPr lang="zh-CN" altLang="en-US"/>
          </a:p>
          <a:p>
            <a:pPr lvl="2" fontAlgn="auto">
              <a:spcBef>
                <a:spcPts val="500"/>
              </a:spcBef>
            </a:pPr>
            <a:r>
              <a:rPr kumimoji="1" lang="zh-CN" altLang="en-US" dirty="0">
                <a:sym typeface="+mn-ea"/>
              </a:rPr>
              <a:t>單擊此處編輯正文二級標題</a:t>
            </a:r>
            <a:endParaRPr kumimoji="1" lang="zh-CN" altLang="en-US" sz="2400" dirty="0"/>
          </a:p>
          <a:p>
            <a:pPr lvl="3" fontAlgn="auto">
              <a:spcBef>
                <a:spcPts val="500"/>
              </a:spcBef>
            </a:pPr>
            <a:r>
              <a:rPr kumimoji="1" lang="zh-CN" altLang="en-US" dirty="0">
                <a:sym typeface="+mn-ea"/>
              </a:rPr>
              <a:t>單擊此處編輯正文內容</a:t>
            </a:r>
            <a:endParaRPr kumimoji="1" lang="zh-CN" altLang="en-US" dirty="0"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</a:t>
            </a:r>
            <a:r>
              <a:rPr lang="zh-TW" altLang="en-US" dirty="0"/>
              <a:t>收款核銷增加自動化</a:t>
            </a:r>
            <a:endParaRPr lang="zh-TW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FE79AAB-2B78-0C44-8B59-D0213C69E5D4}" type="slidenum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zh-CN" altLang="en-US"/>
              <a:t>單擊此處編輯最小注釋內容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14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fontAlgn="auto">
              <a:spcBef>
                <a:spcPts val="500"/>
              </a:spcBef>
            </a:pPr>
            <a:r>
              <a:rPr lang="zh-CN" altLang="en-US"/>
              <a:t>單擊此處編輯正文一級標題</a:t>
            </a:r>
            <a:endParaRPr lang="zh-CN" altLang="en-US"/>
          </a:p>
          <a:p>
            <a:pPr lvl="2" fontAlgn="auto">
              <a:spcBef>
                <a:spcPts val="500"/>
              </a:spcBef>
            </a:pPr>
            <a:r>
              <a:rPr kumimoji="1" lang="zh-CN" altLang="en-US" dirty="0">
                <a:sym typeface="+mn-ea"/>
              </a:rPr>
              <a:t>單擊此處編輯正文二級標題</a:t>
            </a:r>
            <a:endParaRPr kumimoji="1" lang="zh-CN" altLang="en-US" sz="2400" dirty="0"/>
          </a:p>
          <a:p>
            <a:pPr lvl="3" fontAlgn="auto">
              <a:spcBef>
                <a:spcPts val="500"/>
              </a:spcBef>
            </a:pPr>
            <a:r>
              <a:rPr kumimoji="1" lang="zh-CN" altLang="en-US" dirty="0">
                <a:sym typeface="+mn-ea"/>
              </a:rPr>
              <a:t>單擊此處編輯正文內容</a:t>
            </a:r>
            <a:endParaRPr kumimoji="1" lang="zh-CN" altLang="en-US" dirty="0"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4.</a:t>
            </a:r>
            <a:r>
              <a:rPr lang="zh-TW" altLang="en-US" dirty="0"/>
              <a:t>進出口資訊串聯申報明細</a:t>
            </a:r>
            <a:endParaRPr lang="zh-TW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FE79AAB-2B78-0C44-8B59-D0213C69E5D4}" type="slidenum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zh-CN" altLang="en-US"/>
              <a:t>單擊此處編輯最小注釋內容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en-US" altLang="zh-CN"/>
              <a:t>02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TW" altLang="en-US"/>
              <a:t>其他差異</a:t>
            </a:r>
            <a:endParaRPr lang="zh-TW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en-US" altLang="zh-CN"/>
              <a:t>03</a:t>
            </a:r>
            <a:endParaRPr lang="en-US" alt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/>
              <a:t>單擊此處編輯內頁標題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/>
              <a:t>單擊此處編輯正文內容</a:t>
            </a:r>
            <a:endParaRPr kumimoji="1" lang="zh-CN" altLang="en-US"/>
          </a:p>
        </p:txBody>
      </p:sp>
      <p:sp>
        <p:nvSpPr>
          <p:cNvPr id="4" name="图片占位符 3"/>
          <p:cNvSpPr>
            <a:spLocks noGrp="1"/>
          </p:cNvSpPr>
          <p:nvPr>
            <p:ph type="pic" sz="quarter" idx="20"/>
          </p:nvPr>
        </p:nvSpPr>
        <p:spPr/>
      </p:sp>
      <p:sp>
        <p:nvSpPr>
          <p:cNvPr id="5" name="灯片编号占位符 4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FE79AAB-2B78-0C44-8B59-D0213C69E5D4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文本占位符 4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單擊此處編輯內頁標題</a:t>
            </a:r>
            <a:endParaRPr lang="zh-CN" altLang="en-US"/>
          </a:p>
        </p:txBody>
      </p:sp>
      <p:sp>
        <p:nvSpPr>
          <p:cNvPr id="44" name="文本占位符 43"/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單擊此處修改圖片說明</a:t>
            </a:r>
            <a:endParaRPr lang="zh-CN" altLang="en-US"/>
          </a:p>
        </p:txBody>
      </p:sp>
      <p:sp>
        <p:nvSpPr>
          <p:cNvPr id="45" name="文本占位符 44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附加簡短說明</a:t>
            </a:r>
            <a:endParaRPr lang="zh-CN" altLang="en-US"/>
          </a:p>
        </p:txBody>
      </p:sp>
      <p:sp>
        <p:nvSpPr>
          <p:cNvPr id="46" name="文本占位符 45"/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單擊此處修改圖片說明</a:t>
            </a:r>
            <a:endParaRPr lang="zh-CN" altLang="en-US"/>
          </a:p>
        </p:txBody>
      </p:sp>
      <p:sp>
        <p:nvSpPr>
          <p:cNvPr id="47" name="文本占位符 46"/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附加簡短說明</a:t>
            </a:r>
            <a:endParaRPr lang="zh-CN" altLang="en-US"/>
          </a:p>
          <a:p>
            <a:endParaRPr lang="zh-CN" altLang="en-US"/>
          </a:p>
        </p:txBody>
      </p:sp>
      <p:sp>
        <p:nvSpPr>
          <p:cNvPr id="48" name="文本占位符 47"/>
          <p:cNvSpPr>
            <a:spLocks noGrp="1"/>
          </p:cNvSpPr>
          <p:nvPr>
            <p:ph type="body" sz="quarter" idx="19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單擊此處修改圖片說明</a:t>
            </a:r>
            <a:endParaRPr lang="zh-CN" altLang="en-US"/>
          </a:p>
        </p:txBody>
      </p:sp>
      <p:sp>
        <p:nvSpPr>
          <p:cNvPr id="49" name="文本占位符 48"/>
          <p:cNvSpPr>
            <a:spLocks noGrp="1"/>
          </p:cNvSpPr>
          <p:nvPr>
            <p:ph type="body" sz="quarter" idx="20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附加簡短說明</a:t>
            </a:r>
            <a:endParaRPr lang="zh-CN" altLang="en-US"/>
          </a:p>
          <a:p>
            <a:endParaRPr lang="zh-CN" altLang="en-US"/>
          </a:p>
        </p:txBody>
      </p:sp>
      <p:sp>
        <p:nvSpPr>
          <p:cNvPr id="53" name="图片占位符 52"/>
          <p:cNvSpPr>
            <a:spLocks noGrp="1"/>
          </p:cNvSpPr>
          <p:nvPr>
            <p:ph type="pic" sz="quarter" idx="24"/>
          </p:nvPr>
        </p:nvSpPr>
        <p:spPr/>
      </p:sp>
      <p:sp>
        <p:nvSpPr>
          <p:cNvPr id="50" name="文本占位符 49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zh-CN" altLang="en-US" dirty="0"/>
              <a:t>單擊此處編輯正文內容</a:t>
            </a:r>
            <a:endParaRPr lang="zh-CN" altLang="en-US" dirty="0"/>
          </a:p>
        </p:txBody>
      </p:sp>
      <p:sp>
        <p:nvSpPr>
          <p:cNvPr id="51" name="文本占位符 50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單擊此處編輯正文內容</a:t>
            </a:r>
            <a:endParaRPr lang="zh-CN" altLang="en-US" dirty="0"/>
          </a:p>
          <a:p>
            <a:endParaRPr lang="zh-CN" altLang="en-US"/>
          </a:p>
        </p:txBody>
      </p:sp>
      <p:sp>
        <p:nvSpPr>
          <p:cNvPr id="52" name="文本占位符 51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單擊此處編輯正文內容</a:t>
            </a:r>
            <a:endParaRPr lang="zh-CN" altLang="en-US"/>
          </a:p>
        </p:txBody>
      </p:sp>
      <p:sp>
        <p:nvSpPr>
          <p:cNvPr id="54" name="图片占位符 53"/>
          <p:cNvSpPr>
            <a:spLocks noGrp="1"/>
          </p:cNvSpPr>
          <p:nvPr>
            <p:ph type="pic" sz="quarter" idx="26"/>
          </p:nvPr>
        </p:nvSpPr>
        <p:spPr/>
      </p:sp>
      <p:sp>
        <p:nvSpPr>
          <p:cNvPr id="55" name="图片占位符 54"/>
          <p:cNvSpPr>
            <a:spLocks noGrp="1"/>
          </p:cNvSpPr>
          <p:nvPr>
            <p:ph type="pic" sz="quarter" idx="28"/>
          </p:nvPr>
        </p:nvSpPr>
        <p:spPr/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單擊此處編輯內頁標題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FE79AAB-2B78-0C44-8B59-D0213C69E5D4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14"/>
          <p:cNvSpPr>
            <a:spLocks noGrp="1"/>
          </p:cNvSpPr>
          <p:nvPr>
            <p:ph type="body" sz="quarter" idx="21"/>
          </p:nvPr>
        </p:nvSpPr>
        <p:spPr>
          <a:xfrm>
            <a:off x="546100" y="1537514"/>
            <a:ext cx="11009313" cy="42888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>
                <a:solidFill>
                  <a:srgbClr val="00AFF0"/>
                </a:solidFill>
              </a:rPr>
              <a:t>這裏是正文一級標題區域</a:t>
            </a:r>
            <a:r>
              <a:rPr lang="en-US" altLang="zh-CN" dirty="0">
                <a:solidFill>
                  <a:srgbClr val="00AFF0"/>
                </a:solidFill>
              </a:rPr>
              <a:t>，</a:t>
            </a:r>
            <a:r>
              <a:rPr lang="zh-CN" altLang="en-US" dirty="0">
                <a:solidFill>
                  <a:srgbClr val="00AFF0"/>
                </a:solidFill>
              </a:rPr>
              <a:t>請按規範調整字型大小</a:t>
            </a:r>
            <a:endParaRPr lang="en-US" altLang="zh-CN" dirty="0">
              <a:solidFill>
                <a:srgbClr val="00AFF0"/>
              </a:solidFill>
            </a:endParaRPr>
          </a:p>
          <a:p>
            <a:pPr marL="0" indent="0">
              <a:buNone/>
            </a:pPr>
            <a:r>
              <a:rPr lang="zh-CN" altLang="en-US" sz="1600" b="1" dirty="0">
                <a:solidFill>
                  <a:srgbClr val="005AFF"/>
                </a:solidFill>
              </a:rPr>
              <a:t>正文區</a:t>
            </a:r>
            <a:r>
              <a:rPr lang="en-US" altLang="zh-CN" sz="1600" dirty="0"/>
              <a:t>︰</a:t>
            </a:r>
            <a:r>
              <a:rPr lang="zh-CN" altLang="en-US" sz="1600" dirty="0"/>
              <a:t>這裏是填寫正文區域</a:t>
            </a:r>
            <a:r>
              <a:rPr lang="en-US" altLang="zh-CN" sz="1600" dirty="0"/>
              <a:t>，</a:t>
            </a:r>
            <a:r>
              <a:rPr lang="zh-CN" altLang="en-US" sz="1600" dirty="0"/>
              <a:t>請按規範調整字型大小</a:t>
            </a:r>
            <a:r>
              <a:rPr lang="en-US" altLang="zh-CN" sz="1600" dirty="0"/>
              <a:t>。</a:t>
            </a:r>
            <a:r>
              <a:rPr lang="zh-CN" altLang="en-US" sz="1600" dirty="0">
                <a:sym typeface="+mn-ea"/>
              </a:rPr>
              <a:t>這裏是填寫正文區域</a:t>
            </a:r>
            <a:r>
              <a:rPr lang="en-US" altLang="zh-CN" sz="1600" dirty="0">
                <a:sym typeface="+mn-ea"/>
              </a:rPr>
              <a:t>，</a:t>
            </a:r>
            <a:r>
              <a:rPr lang="zh-CN" altLang="en-US" sz="1600" dirty="0">
                <a:sym typeface="+mn-ea"/>
              </a:rPr>
              <a:t>請按規範調整字型大小</a:t>
            </a:r>
            <a:r>
              <a:rPr lang="en-US" altLang="zh-CN" sz="1600" dirty="0">
                <a:sym typeface="+mn-ea"/>
              </a:rPr>
              <a:t>。</a:t>
            </a:r>
            <a:r>
              <a:rPr lang="zh-CN" altLang="en-US" sz="1600" dirty="0">
                <a:sym typeface="+mn-ea"/>
              </a:rPr>
              <a:t>這裏是填寫正文區域</a:t>
            </a:r>
            <a:r>
              <a:rPr lang="en-US" altLang="zh-CN" sz="1600" dirty="0">
                <a:sym typeface="+mn-ea"/>
              </a:rPr>
              <a:t>，</a:t>
            </a:r>
            <a:r>
              <a:rPr lang="zh-CN" altLang="en-US" sz="1600" dirty="0">
                <a:sym typeface="+mn-ea"/>
              </a:rPr>
              <a:t>請按規範調整字型大小</a:t>
            </a:r>
            <a:r>
              <a:rPr lang="en-US" altLang="zh-CN" sz="1600" dirty="0">
                <a:sym typeface="+mn-ea"/>
              </a:rPr>
              <a:t>。</a:t>
            </a:r>
            <a:endParaRPr lang="en-US" altLang="zh-CN" sz="1600" dirty="0"/>
          </a:p>
          <a:p>
            <a:pPr marL="0" indent="0">
              <a:buNone/>
            </a:pPr>
            <a:r>
              <a:rPr lang="zh-CN" altLang="en-US" sz="1600" b="1" dirty="0">
                <a:solidFill>
                  <a:srgbClr val="000064"/>
                </a:solidFill>
              </a:rPr>
              <a:t>另起一行</a:t>
            </a:r>
            <a:r>
              <a:rPr lang="en-US" altLang="zh-CN" sz="1600" dirty="0"/>
              <a:t>︰</a:t>
            </a:r>
            <a:r>
              <a:rPr lang="zh-CN" altLang="en-US" sz="1600" dirty="0">
                <a:sym typeface="+mn-ea"/>
              </a:rPr>
              <a:t>這裏是填寫正文區域</a:t>
            </a:r>
            <a:r>
              <a:rPr lang="en-US" altLang="zh-CN" sz="1600" dirty="0">
                <a:sym typeface="+mn-ea"/>
              </a:rPr>
              <a:t>，</a:t>
            </a:r>
            <a:r>
              <a:rPr lang="zh-CN" altLang="en-US" sz="1600" dirty="0">
                <a:sym typeface="+mn-ea"/>
              </a:rPr>
              <a:t>請按規範調整字型大小</a:t>
            </a:r>
            <a:r>
              <a:rPr lang="en-US" altLang="zh-CN" sz="1600" dirty="0">
                <a:sym typeface="+mn-ea"/>
              </a:rPr>
              <a:t>。</a:t>
            </a:r>
            <a:r>
              <a:rPr lang="zh-CN" altLang="en-US" sz="1600" dirty="0">
                <a:sym typeface="+mn-ea"/>
              </a:rPr>
              <a:t>這裏是填寫正文區域</a:t>
            </a:r>
            <a:r>
              <a:rPr lang="en-US" altLang="zh-CN" sz="1600" dirty="0">
                <a:sym typeface="+mn-ea"/>
              </a:rPr>
              <a:t>，</a:t>
            </a:r>
            <a:r>
              <a:rPr lang="zh-CN" altLang="en-US" sz="1600" dirty="0">
                <a:sym typeface="+mn-ea"/>
              </a:rPr>
              <a:t>請按規範調整字型大小</a:t>
            </a:r>
            <a:r>
              <a:rPr lang="zh-CN" altLang="en-US" sz="1600" dirty="0"/>
              <a:t>。</a:t>
            </a:r>
            <a:endParaRPr lang="zh-CN" altLang="en-US" sz="1600" dirty="0"/>
          </a:p>
          <a:p>
            <a:pPr marL="0" indent="0">
              <a:lnSpc>
                <a:spcPct val="30000"/>
              </a:lnSpc>
              <a:buNone/>
            </a:pPr>
            <a:endParaRPr lang="en-US" altLang="zh-CN" dirty="0">
              <a:solidFill>
                <a:srgbClr val="00AFF0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00AFF0"/>
                </a:solidFill>
                <a:sym typeface="+mn-ea"/>
              </a:rPr>
              <a:t>這裏是正文一級標題區域</a:t>
            </a:r>
            <a:r>
              <a:rPr lang="en-US" altLang="zh-CN" dirty="0">
                <a:solidFill>
                  <a:srgbClr val="00AFF0"/>
                </a:solidFill>
                <a:sym typeface="+mn-ea"/>
              </a:rPr>
              <a:t>，</a:t>
            </a:r>
            <a:r>
              <a:rPr lang="zh-CN" altLang="en-US" dirty="0">
                <a:solidFill>
                  <a:srgbClr val="00AFF0"/>
                </a:solidFill>
                <a:sym typeface="+mn-ea"/>
              </a:rPr>
              <a:t>請按規範調整字型大小</a:t>
            </a:r>
            <a:endParaRPr lang="en-US" altLang="zh-CN" dirty="0">
              <a:solidFill>
                <a:srgbClr val="00AFF0"/>
              </a:solidFill>
            </a:endParaRPr>
          </a:p>
          <a:p>
            <a:pPr marL="0" indent="0">
              <a:buNone/>
            </a:pPr>
            <a:r>
              <a:rPr lang="zh-CN" altLang="en-US" sz="1600" b="1" dirty="0">
                <a:solidFill>
                  <a:srgbClr val="005AFF"/>
                </a:solidFill>
                <a:sym typeface="+mn-ea"/>
              </a:rPr>
              <a:t>正文區</a:t>
            </a:r>
            <a:r>
              <a:rPr lang="en-US" altLang="zh-CN" sz="1600" dirty="0">
                <a:sym typeface="+mn-ea"/>
              </a:rPr>
              <a:t>︰</a:t>
            </a:r>
            <a:r>
              <a:rPr lang="zh-CN" altLang="en-US" sz="1600" dirty="0">
                <a:sym typeface="+mn-ea"/>
              </a:rPr>
              <a:t>這裏是填寫正文區域</a:t>
            </a:r>
            <a:r>
              <a:rPr lang="en-US" altLang="zh-CN" sz="1600" dirty="0">
                <a:sym typeface="+mn-ea"/>
              </a:rPr>
              <a:t>，</a:t>
            </a:r>
            <a:r>
              <a:rPr lang="zh-CN" altLang="en-US" sz="1600" dirty="0">
                <a:sym typeface="+mn-ea"/>
              </a:rPr>
              <a:t>請按規範調整字型大小</a:t>
            </a:r>
            <a:r>
              <a:rPr lang="en-US" altLang="zh-CN" sz="1600" dirty="0">
                <a:sym typeface="+mn-ea"/>
              </a:rPr>
              <a:t>。</a:t>
            </a:r>
            <a:r>
              <a:rPr lang="zh-CN" altLang="en-US" sz="1600" dirty="0">
                <a:sym typeface="+mn-ea"/>
              </a:rPr>
              <a:t>這裏是填寫正文區域</a:t>
            </a:r>
            <a:r>
              <a:rPr lang="en-US" altLang="zh-CN" sz="1600" dirty="0">
                <a:sym typeface="+mn-ea"/>
              </a:rPr>
              <a:t>，</a:t>
            </a:r>
            <a:r>
              <a:rPr lang="zh-CN" altLang="en-US" sz="1600" dirty="0">
                <a:sym typeface="+mn-ea"/>
              </a:rPr>
              <a:t>請按規範調整字型大小</a:t>
            </a:r>
            <a:r>
              <a:rPr lang="en-US" altLang="zh-CN" sz="1600" dirty="0">
                <a:sym typeface="+mn-ea"/>
              </a:rPr>
              <a:t>。</a:t>
            </a:r>
            <a:r>
              <a:rPr lang="zh-CN" altLang="en-US" sz="1600" dirty="0">
                <a:sym typeface="+mn-ea"/>
              </a:rPr>
              <a:t>這裏是填寫正文區域</a:t>
            </a:r>
            <a:r>
              <a:rPr lang="en-US" altLang="zh-CN" sz="1600" dirty="0">
                <a:sym typeface="+mn-ea"/>
              </a:rPr>
              <a:t>，</a:t>
            </a:r>
            <a:r>
              <a:rPr lang="zh-CN" altLang="en-US" sz="1600" dirty="0">
                <a:sym typeface="+mn-ea"/>
              </a:rPr>
              <a:t>請按規範調整字型大小</a:t>
            </a:r>
            <a:r>
              <a:rPr lang="en-US" altLang="zh-CN" sz="1600" dirty="0">
                <a:sym typeface="+mn-ea"/>
              </a:rPr>
              <a:t>。</a:t>
            </a:r>
            <a:endParaRPr lang="en-US" altLang="zh-CN" sz="1600" dirty="0"/>
          </a:p>
          <a:p>
            <a:pPr marL="0" indent="0">
              <a:buNone/>
            </a:pPr>
            <a:r>
              <a:rPr lang="zh-CN" altLang="en-US" sz="1600" b="1" dirty="0">
                <a:solidFill>
                  <a:srgbClr val="000064"/>
                </a:solidFill>
                <a:sym typeface="+mn-ea"/>
              </a:rPr>
              <a:t>另起一行</a:t>
            </a:r>
            <a:r>
              <a:rPr lang="en-US" altLang="zh-CN" sz="1600" dirty="0">
                <a:sym typeface="+mn-ea"/>
              </a:rPr>
              <a:t>︰</a:t>
            </a:r>
            <a:r>
              <a:rPr lang="zh-CN" altLang="en-US" sz="1600" dirty="0">
                <a:sym typeface="+mn-ea"/>
              </a:rPr>
              <a:t>這裏是填寫正文區域</a:t>
            </a:r>
            <a:r>
              <a:rPr lang="en-US" altLang="zh-CN" sz="1600" dirty="0">
                <a:sym typeface="+mn-ea"/>
              </a:rPr>
              <a:t>，</a:t>
            </a:r>
            <a:r>
              <a:rPr lang="zh-CN" altLang="en-US" sz="1600" dirty="0">
                <a:sym typeface="+mn-ea"/>
              </a:rPr>
              <a:t>請按規範調整字型大小</a:t>
            </a:r>
            <a:r>
              <a:rPr lang="en-US" altLang="zh-CN" sz="1600" dirty="0">
                <a:sym typeface="+mn-ea"/>
              </a:rPr>
              <a:t>。</a:t>
            </a:r>
            <a:r>
              <a:rPr lang="zh-CN" altLang="en-US" sz="1600" dirty="0">
                <a:sym typeface="+mn-ea"/>
              </a:rPr>
              <a:t>這裏是填寫正文區域</a:t>
            </a:r>
            <a:r>
              <a:rPr lang="en-US" altLang="zh-CN" sz="1600" dirty="0">
                <a:sym typeface="+mn-ea"/>
              </a:rPr>
              <a:t>，</a:t>
            </a:r>
            <a:r>
              <a:rPr lang="zh-CN" altLang="en-US" sz="1600" dirty="0">
                <a:sym typeface="+mn-ea"/>
              </a:rPr>
              <a:t>請按規範調整字型大小。</a:t>
            </a:r>
            <a:endParaRPr lang="zh-CN" altLang="en-US" sz="1600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/>
              <a:t>內頁文字資訊層級及色彩使用示例</a:t>
            </a:r>
            <a:endParaRPr kumimoji="1"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FE79AAB-2B78-0C44-8B59-D0213C69E5D4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FE79AAB-2B78-0C44-8B59-D0213C69E5D4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7" name="文本占位符 14"/>
          <p:cNvSpPr txBox="1"/>
          <p:nvPr/>
        </p:nvSpPr>
        <p:spPr>
          <a:xfrm>
            <a:off x="534036" y="1418030"/>
            <a:ext cx="5019040" cy="428879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2400" dirty="0">
                <a:latin typeface="思源黑体 CN" panose="020B0500000000000000" charset="-122"/>
                <a:ea typeface="思源黑体 CN" panose="020B0500000000000000" charset="-122"/>
              </a:rPr>
              <a:t>這裏是正文一級標題區域</a:t>
            </a:r>
            <a:r>
              <a:rPr lang="en-US" altLang="zh-CN" sz="2400" dirty="0">
                <a:latin typeface="思源黑体 CN" panose="020B0500000000000000" charset="-122"/>
                <a:ea typeface="思源黑体 CN" panose="020B0500000000000000" charset="-122"/>
              </a:rPr>
              <a:t>，</a:t>
            </a:r>
            <a:r>
              <a:rPr lang="zh-CN" altLang="en-US" sz="2400" dirty="0">
                <a:latin typeface="思源黑体 CN" panose="020B0500000000000000" charset="-122"/>
                <a:ea typeface="思源黑体 CN" panose="020B0500000000000000" charset="-122"/>
              </a:rPr>
              <a:t>請按規範調整字型大小</a:t>
            </a:r>
            <a:endParaRPr lang="en-US" altLang="zh-CN" sz="2400" dirty="0">
              <a:latin typeface="思源黑体 CN" panose="020B0500000000000000" charset="-122"/>
              <a:ea typeface="思源黑体 CN" panose="020B0500000000000000" charset="-122"/>
            </a:endParaRPr>
          </a:p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600" b="1" dirty="0">
                <a:solidFill>
                  <a:srgbClr val="005AFF"/>
                </a:solidFill>
                <a:latin typeface="思源黑体 CN" panose="020B0500000000000000" charset="-122"/>
                <a:ea typeface="思源黑体 CN" panose="020B0500000000000000" charset="-122"/>
              </a:rPr>
              <a:t>正文區</a:t>
            </a:r>
            <a:r>
              <a:rPr lang="en-US" altLang="zh-CN" sz="1600" dirty="0">
                <a:latin typeface="思源黑体 CN" panose="020B0500000000000000" charset="-122"/>
                <a:ea typeface="思源黑体 CN" panose="020B0500000000000000" charset="-122"/>
              </a:rPr>
              <a:t>︰</a:t>
            </a: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</a:rPr>
              <a:t>這裏是填寫正文區域</a:t>
            </a:r>
            <a:r>
              <a:rPr lang="en-US" altLang="zh-CN" sz="1600" dirty="0">
                <a:latin typeface="思源黑体 CN" panose="020B0500000000000000" charset="-122"/>
                <a:ea typeface="思源黑体 CN" panose="020B0500000000000000" charset="-122"/>
              </a:rPr>
              <a:t>，</a:t>
            </a: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</a:rPr>
              <a:t>請按規範調整字型大小</a:t>
            </a:r>
            <a:r>
              <a:rPr lang="en-US" altLang="zh-CN" sz="1600" dirty="0">
                <a:latin typeface="思源黑体 CN" panose="020B0500000000000000" charset="-122"/>
                <a:ea typeface="思源黑体 CN" panose="020B0500000000000000" charset="-122"/>
              </a:rPr>
              <a:t>。</a:t>
            </a: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sym typeface="+mn-ea"/>
              </a:rPr>
              <a:t>這裏是填寫正文區域</a:t>
            </a:r>
            <a:r>
              <a:rPr lang="en-US" altLang="zh-CN" sz="1600" dirty="0">
                <a:latin typeface="思源黑体 CN" panose="020B0500000000000000" charset="-122"/>
                <a:ea typeface="思源黑体 CN" panose="020B0500000000000000" charset="-122"/>
                <a:sym typeface="+mn-ea"/>
              </a:rPr>
              <a:t>，</a:t>
            </a: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sym typeface="+mn-ea"/>
              </a:rPr>
              <a:t>請按規範調整字型大小</a:t>
            </a:r>
            <a:r>
              <a:rPr lang="en-US" altLang="zh-CN" sz="1600" dirty="0">
                <a:latin typeface="思源黑体 CN" panose="020B0500000000000000" charset="-122"/>
                <a:ea typeface="思源黑体 CN" panose="020B0500000000000000" charset="-122"/>
                <a:sym typeface="+mn-ea"/>
              </a:rPr>
              <a:t>。</a:t>
            </a: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sym typeface="+mn-ea"/>
              </a:rPr>
              <a:t>這裏是填寫正文區域</a:t>
            </a:r>
            <a:r>
              <a:rPr lang="en-US" altLang="zh-CN" sz="1600" dirty="0">
                <a:latin typeface="思源黑体 CN" panose="020B0500000000000000" charset="-122"/>
                <a:ea typeface="思源黑体 CN" panose="020B0500000000000000" charset="-122"/>
                <a:sym typeface="+mn-ea"/>
              </a:rPr>
              <a:t>，</a:t>
            </a: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sym typeface="+mn-ea"/>
              </a:rPr>
              <a:t>請按規範調整字型大小</a:t>
            </a:r>
            <a:r>
              <a:rPr lang="en-US" altLang="zh-CN" sz="1600" dirty="0">
                <a:latin typeface="思源黑体 CN" panose="020B0500000000000000" charset="-122"/>
                <a:ea typeface="思源黑体 CN" panose="020B0500000000000000" charset="-122"/>
                <a:sym typeface="+mn-ea"/>
              </a:rPr>
              <a:t>。</a:t>
            </a:r>
            <a:endParaRPr lang="en-US" altLang="zh-CN" sz="1600" dirty="0">
              <a:latin typeface="思源黑体 CN" panose="020B0500000000000000" charset="-122"/>
              <a:ea typeface="思源黑体 CN" panose="020B0500000000000000" charset="-122"/>
            </a:endParaRPr>
          </a:p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600" b="1" dirty="0">
                <a:solidFill>
                  <a:srgbClr val="000064"/>
                </a:solidFill>
                <a:latin typeface="思源黑体 CN" panose="020B0500000000000000" charset="-122"/>
                <a:ea typeface="思源黑体 CN" panose="020B0500000000000000" charset="-122"/>
              </a:rPr>
              <a:t>另起一行</a:t>
            </a:r>
            <a:r>
              <a:rPr lang="en-US" altLang="zh-CN" sz="1600" dirty="0">
                <a:latin typeface="思源黑体 CN" panose="020B0500000000000000" charset="-122"/>
                <a:ea typeface="思源黑体 CN" panose="020B0500000000000000" charset="-122"/>
              </a:rPr>
              <a:t>︰</a:t>
            </a: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sym typeface="+mn-ea"/>
              </a:rPr>
              <a:t>這裏是填寫正文區域</a:t>
            </a:r>
            <a:r>
              <a:rPr lang="en-US" altLang="zh-CN" sz="1600" dirty="0">
                <a:latin typeface="思源黑体 CN" panose="020B0500000000000000" charset="-122"/>
                <a:ea typeface="思源黑体 CN" panose="020B0500000000000000" charset="-122"/>
                <a:sym typeface="+mn-ea"/>
              </a:rPr>
              <a:t>，</a:t>
            </a: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sym typeface="+mn-ea"/>
              </a:rPr>
              <a:t>請按規範調整字型大小</a:t>
            </a:r>
            <a:r>
              <a:rPr lang="en-US" altLang="zh-CN" sz="1600" dirty="0">
                <a:latin typeface="思源黑体 CN" panose="020B0500000000000000" charset="-122"/>
                <a:ea typeface="思源黑体 CN" panose="020B0500000000000000" charset="-122"/>
                <a:sym typeface="+mn-ea"/>
              </a:rPr>
              <a:t>。</a:t>
            </a: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sym typeface="+mn-ea"/>
              </a:rPr>
              <a:t>這裏是填寫正文區域</a:t>
            </a:r>
            <a:r>
              <a:rPr lang="en-US" altLang="zh-CN" sz="1600" dirty="0">
                <a:latin typeface="思源黑体 CN" panose="020B0500000000000000" charset="-122"/>
                <a:ea typeface="思源黑体 CN" panose="020B0500000000000000" charset="-122"/>
                <a:sym typeface="+mn-ea"/>
              </a:rPr>
              <a:t>，</a:t>
            </a: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sym typeface="+mn-ea"/>
              </a:rPr>
              <a:t>請按規範調整字型大小</a:t>
            </a: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</a:rPr>
              <a:t>。</a:t>
            </a:r>
            <a:endParaRPr lang="zh-CN" altLang="en-US" sz="1600" dirty="0">
              <a:latin typeface="思源黑体 CN" panose="020B0500000000000000" charset="-122"/>
              <a:ea typeface="思源黑体 CN" panose="020B0500000000000000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rgbClr val="01AFF0"/>
                </a:solidFill>
              </a:rPr>
              <a:t>內頁文字資訊層級及色彩使用示例</a:t>
            </a:r>
            <a:endParaRPr kumimoji="1" lang="zh-CN" altLang="en-US" dirty="0">
              <a:solidFill>
                <a:srgbClr val="01AFF0"/>
              </a:solidFill>
            </a:endParaRPr>
          </a:p>
        </p:txBody>
      </p:sp>
      <p:pic>
        <p:nvPicPr>
          <p:cNvPr id="9" name="图片占位符 8" descr="C:/Users/digiwin/Desktop/洋流/洋流/shutterstock_1385708318.jpgshutterstock_1385708318"/>
          <p:cNvPicPr>
            <a:picLocks noGrp="1" noChangeAspect="1"/>
          </p:cNvPicPr>
          <p:nvPr>
            <p:ph type="pic" sz="quarter" idx="20"/>
          </p:nvPr>
        </p:nvPicPr>
        <p:blipFill>
          <a:blip r:embed="rId1"/>
          <a:srcRect/>
          <a:stretch>
            <a:fillRect/>
          </a:stretch>
        </p:blipFill>
        <p:spPr>
          <a:xfrm>
            <a:off x="5889123" y="1537001"/>
            <a:ext cx="5474836" cy="4237054"/>
          </a:xfr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25521" y="1216603"/>
            <a:ext cx="10823144" cy="4424793"/>
          </a:xfrm>
          <a:prstGeom prst="rect">
            <a:avLst/>
          </a:prstGeom>
        </p:spPr>
      </p:pic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/>
              <a:t>圖表頁風格及色彩使用示例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4294967295"/>
          </p:nvPr>
        </p:nvSpPr>
        <p:spPr>
          <a:xfrm>
            <a:off x="544101" y="3060649"/>
            <a:ext cx="5003653" cy="6473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zh-CN" altLang="en-US" sz="2400" dirty="0">
                <a:latin typeface="思源黑体 CN" panose="020B0500000000000000" charset="-122"/>
                <a:ea typeface="思源黑体 CN" panose="020B0500000000000000" charset="-122"/>
              </a:rPr>
              <a:t>這裏是正文一級標題區域</a:t>
            </a:r>
            <a:endParaRPr kumimoji="1" lang="zh-CN" altLang="en-US" sz="2400" dirty="0">
              <a:latin typeface="思源黑体 CN" panose="020B0500000000000000" charset="-122"/>
              <a:ea typeface="思源黑体 CN" panose="020B0500000000000000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FE79AAB-2B78-0C44-8B59-D0213C69E5D4}" type="slidenum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544100" y="3784099"/>
            <a:ext cx="5830195" cy="10509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</a:rPr>
              <a:t>這裏是填寫正文區域</a:t>
            </a:r>
            <a:r>
              <a:rPr lang="en-US" altLang="zh-CN" sz="1600" dirty="0">
                <a:latin typeface="思源黑体 CN" panose="020B0500000000000000" charset="-122"/>
                <a:ea typeface="思源黑体 CN" panose="020B0500000000000000" charset="-122"/>
              </a:rPr>
              <a:t>，</a:t>
            </a: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</a:rPr>
              <a:t>請按規範調整字型大小</a:t>
            </a:r>
            <a:r>
              <a:rPr lang="en-US" altLang="zh-CN" sz="1600" dirty="0">
                <a:latin typeface="思源黑体 CN" panose="020B0500000000000000" charset="-122"/>
                <a:ea typeface="思源黑体 CN" panose="020B0500000000000000" charset="-122"/>
              </a:rPr>
              <a:t>。</a:t>
            </a: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sym typeface="+mn-ea"/>
              </a:rPr>
              <a:t>這裏是填寫正文區域</a:t>
            </a:r>
            <a:r>
              <a:rPr lang="en-US" altLang="zh-CN" sz="1600" dirty="0">
                <a:latin typeface="思源黑体 CN" panose="020B0500000000000000" charset="-122"/>
                <a:ea typeface="思源黑体 CN" panose="020B0500000000000000" charset="-122"/>
                <a:sym typeface="+mn-ea"/>
              </a:rPr>
              <a:t>，</a:t>
            </a: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sym typeface="+mn-ea"/>
              </a:rPr>
              <a:t>請按規範調整字型大小</a:t>
            </a:r>
            <a:r>
              <a:rPr lang="en-US" altLang="zh-CN" sz="1600" dirty="0">
                <a:latin typeface="思源黑体 CN" panose="020B0500000000000000" charset="-122"/>
                <a:ea typeface="思源黑体 CN" panose="020B0500000000000000" charset="-122"/>
                <a:sym typeface="+mn-ea"/>
              </a:rPr>
              <a:t>。</a:t>
            </a: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sym typeface="+mn-ea"/>
              </a:rPr>
              <a:t>這裏是填寫正文區域</a:t>
            </a:r>
            <a:r>
              <a:rPr lang="en-US" altLang="zh-CN" sz="1600" dirty="0">
                <a:latin typeface="思源黑体 CN" panose="020B0500000000000000" charset="-122"/>
                <a:ea typeface="思源黑体 CN" panose="020B0500000000000000" charset="-122"/>
                <a:sym typeface="+mn-ea"/>
              </a:rPr>
              <a:t>，</a:t>
            </a: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sym typeface="+mn-ea"/>
              </a:rPr>
              <a:t>請按規範調整字型大小</a:t>
            </a:r>
            <a:r>
              <a:rPr lang="en-US" altLang="zh-CN" sz="1600" dirty="0">
                <a:latin typeface="思源黑体 CN" panose="020B0500000000000000" charset="-122"/>
                <a:ea typeface="思源黑体 CN" panose="020B0500000000000000" charset="-122"/>
                <a:sym typeface="+mn-ea"/>
              </a:rPr>
              <a:t>。</a:t>
            </a:r>
            <a:endParaRPr lang="en-US" altLang="zh-CN" sz="1600" dirty="0">
              <a:latin typeface="思源黑体 CN" panose="020B0500000000000000" charset="-122"/>
              <a:ea typeface="思源黑体 CN" panose="020B05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/>
              <a:t>圖表頁風格及色彩使用示例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4294967295"/>
          </p:nvPr>
        </p:nvSpPr>
        <p:spPr>
          <a:xfrm>
            <a:off x="594586" y="1326347"/>
            <a:ext cx="5003653" cy="6473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zh-CN" altLang="en-US" sz="2400" dirty="0">
                <a:latin typeface="思源黑体 CN" panose="020B0500000000000000" charset="-122"/>
                <a:ea typeface="思源黑体 CN" panose="020B0500000000000000" charset="-122"/>
              </a:rPr>
              <a:t>這裏是正文一級標題區域</a:t>
            </a:r>
            <a:endParaRPr kumimoji="1" lang="zh-CN" altLang="en-US" sz="2400" dirty="0">
              <a:latin typeface="思源黑体 CN" panose="020B0500000000000000" charset="-122"/>
              <a:ea typeface="思源黑体 CN" panose="020B0500000000000000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FE79AAB-2B78-0C44-8B59-D0213C69E5D4}" type="slidenum">
              <a:rPr kumimoji="1" lang="zh-CN" altLang="en-US" smtClean="0"/>
            </a:fld>
            <a:endParaRPr kumimoji="1"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34343" y="1644090"/>
            <a:ext cx="10892638" cy="439451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點評時間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/>
              <a:t>Thank You</a:t>
            </a:r>
            <a:endParaRPr kumimoji="1" lang="en-US" altLang="zh-C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點評交流</a:t>
            </a:r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Thank You</a:t>
            </a:r>
            <a:endParaRPr lang="en-US" altLang="zh-C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附錄</a:t>
            </a:r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p>
            <a:fld id="{BFE79AAB-2B78-0C44-8B59-D0213C69E5D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附錄</a:t>
            </a:r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附錄</a:t>
            </a:r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單擊此處編輯標題</a:t>
            </a:r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8"/>
          </p:nvPr>
        </p:nvSpPr>
        <p:spPr/>
        <p:txBody>
          <a:bodyPr/>
          <a:p>
            <a:fld id="{BFE79AAB-2B78-0C44-8B59-D0213C69E5D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主题​​</Template>
  <TotalTime>0</TotalTime>
  <Words>985</Words>
  <Application>WPS Presentation</Application>
  <PresentationFormat>宽屏</PresentationFormat>
  <Paragraphs>144</Paragraphs>
  <Slides>23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46" baseType="lpstr">
      <vt:lpstr>Arial</vt:lpstr>
      <vt:lpstr>新細明體</vt:lpstr>
      <vt:lpstr>Wingdings</vt:lpstr>
      <vt:lpstr>Noto Sans TC</vt:lpstr>
      <vt:lpstr>Noto Sans TC Medium</vt:lpstr>
      <vt:lpstr>Noto Sans</vt:lpstr>
      <vt:lpstr>Source Han Sans SC VF Regular</vt:lpstr>
      <vt:lpstr>Segoe Print</vt:lpstr>
      <vt:lpstr>Microsoft YaHei Regular</vt:lpstr>
      <vt:lpstr>SimSun</vt:lpstr>
      <vt:lpstr>Noto Sans Medium</vt:lpstr>
      <vt:lpstr>Yu Gothic UI</vt:lpstr>
      <vt:lpstr>等线</vt:lpstr>
      <vt:lpstr>Microsoft YaHei</vt:lpstr>
      <vt:lpstr>Arial Unicode MS</vt:lpstr>
      <vt:lpstr>思源黑体 CN</vt:lpstr>
      <vt:lpstr>Tahoma</vt:lpstr>
      <vt:lpstr>STCaiyun</vt:lpstr>
      <vt:lpstr>標楷體</vt:lpstr>
      <vt:lpstr>新細明體-ExtB</vt:lpstr>
      <vt:lpstr>等线 Light</vt:lpstr>
      <vt:lpstr>Office 主题​​</vt:lpstr>
      <vt:lpstr>1_自定义设计方案</vt:lpstr>
      <vt:lpstr>單擊此處編輯文稿首頁標題 超過十二字請進行換行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鼎新數智</dc:creator>
  <cp:lastModifiedBy>yunchang</cp:lastModifiedBy>
  <cp:revision>106</cp:revision>
  <dcterms:created xsi:type="dcterms:W3CDTF">2024-12-27T08:14:00Z</dcterms:created>
  <dcterms:modified xsi:type="dcterms:W3CDTF">2025-04-14T08:13:04Z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844c618-538c-404a-b2f6-f58b5e4f4fae_Enabled">
    <vt:lpwstr>true</vt:lpwstr>
  </property>
  <property fmtid="{D5CDD505-2E9C-101B-9397-08002B2CF9AE}" pid="3" name="MSIP_Label_a844c618-538c-404a-b2f6-f58b5e4f4fae_SetDate">
    <vt:lpwstr>2024-12-12T09:13:45Z</vt:lpwstr>
  </property>
  <property fmtid="{D5CDD505-2E9C-101B-9397-08002B2CF9AE}" pid="4" name="MSIP_Label_a844c618-538c-404a-b2f6-f58b5e4f4fae_Method">
    <vt:lpwstr>Privileged</vt:lpwstr>
  </property>
  <property fmtid="{D5CDD505-2E9C-101B-9397-08002B2CF9AE}" pid="5" name="MSIP_Label_a844c618-538c-404a-b2f6-f58b5e4f4fae_Name">
    <vt:lpwstr>Public</vt:lpwstr>
  </property>
  <property fmtid="{D5CDD505-2E9C-101B-9397-08002B2CF9AE}" pid="6" name="MSIP_Label_a844c618-538c-404a-b2f6-f58b5e4f4fae_SiteId">
    <vt:lpwstr>41eb501a-f671-4ce0-a5bf-b64168c3705f</vt:lpwstr>
  </property>
  <property fmtid="{D5CDD505-2E9C-101B-9397-08002B2CF9AE}" pid="7" name="MSIP_Label_a844c618-538c-404a-b2f6-f58b5e4f4fae_ActionId">
    <vt:lpwstr>e55e7227-53c7-42b3-b173-b7c064f8274b</vt:lpwstr>
  </property>
  <property fmtid="{D5CDD505-2E9C-101B-9397-08002B2CF9AE}" pid="8" name="MSIP_Label_a844c618-538c-404a-b2f6-f58b5e4f4fae_ContentBits">
    <vt:lpwstr>0</vt:lpwstr>
  </property>
  <property fmtid="{D5CDD505-2E9C-101B-9397-08002B2CF9AE}" pid="9" name="ICV">
    <vt:lpwstr>E4705E5CFD6B58D8CD476A674DFA53D1_42</vt:lpwstr>
  </property>
  <property fmtid="{D5CDD505-2E9C-101B-9397-08002B2CF9AE}" pid="10" name="KSOProductBuildVer">
    <vt:lpwstr>1028-11.8.2.8378</vt:lpwstr>
  </property>
</Properties>
</file>